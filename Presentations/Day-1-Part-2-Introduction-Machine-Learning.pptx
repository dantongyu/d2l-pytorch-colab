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4.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notesSlides/notesSlide19.xml" ContentType="application/vnd.openxmlformats-officedocument.presentationml.notesSlide+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notesSlides/notesSlide20.xml" ContentType="application/vnd.openxmlformats-officedocument.presentationml.notesSlide+xml"/>
  <Override PartName="/ppt/ink/ink67.xml" ContentType="application/inkml+xml"/>
  <Override PartName="/ppt/ink/ink68.xml" ContentType="application/inkml+xml"/>
  <Override PartName="/ppt/ink/ink69.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70.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91.xml" ContentType="application/inkml+xml"/>
  <Override PartName="/ppt/notesSlides/notesSlide29.xml" ContentType="application/vnd.openxmlformats-officedocument.presentationml.notesSlide+xml"/>
  <Override PartName="/ppt/ink/ink92.xml" ContentType="application/inkml+xml"/>
  <Override PartName="/ppt/ink/ink93.xml" ContentType="application/inkml+xml"/>
  <Override PartName="/ppt/notesSlides/notesSlide30.xml" ContentType="application/vnd.openxmlformats-officedocument.presentationml.notesSlide+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notesSlides/notesSlide31.xml" ContentType="application/vnd.openxmlformats-officedocument.presentationml.notesSlide+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notesSlides/notesSlide32.xml" ContentType="application/vnd.openxmlformats-officedocument.presentationml.notesSlide+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ink/ink129.xml" ContentType="application/inkml+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4" r:id="rId1"/>
  </p:sldMasterIdLst>
  <p:notesMasterIdLst>
    <p:notesMasterId r:id="rId46"/>
  </p:notesMasterIdLst>
  <p:sldIdLst>
    <p:sldId id="256" r:id="rId2"/>
    <p:sldId id="258" r:id="rId3"/>
    <p:sldId id="259" r:id="rId4"/>
    <p:sldId id="261" r:id="rId5"/>
    <p:sldId id="286" r:id="rId6"/>
    <p:sldId id="262" r:id="rId7"/>
    <p:sldId id="266" r:id="rId8"/>
    <p:sldId id="271" r:id="rId9"/>
    <p:sldId id="272" r:id="rId10"/>
    <p:sldId id="273" r:id="rId11"/>
    <p:sldId id="288" r:id="rId12"/>
    <p:sldId id="289" r:id="rId13"/>
    <p:sldId id="290" r:id="rId14"/>
    <p:sldId id="260" r:id="rId15"/>
    <p:sldId id="291" r:id="rId16"/>
    <p:sldId id="293" r:id="rId17"/>
    <p:sldId id="294" r:id="rId18"/>
    <p:sldId id="265" r:id="rId19"/>
    <p:sldId id="295" r:id="rId20"/>
    <p:sldId id="267" r:id="rId21"/>
    <p:sldId id="268" r:id="rId22"/>
    <p:sldId id="270" r:id="rId23"/>
    <p:sldId id="296" r:id="rId24"/>
    <p:sldId id="297" r:id="rId25"/>
    <p:sldId id="274" r:id="rId26"/>
    <p:sldId id="275" r:id="rId27"/>
    <p:sldId id="277" r:id="rId28"/>
    <p:sldId id="278" r:id="rId29"/>
    <p:sldId id="279" r:id="rId30"/>
    <p:sldId id="280" r:id="rId31"/>
    <p:sldId id="281" r:id="rId32"/>
    <p:sldId id="282" r:id="rId33"/>
    <p:sldId id="283" r:id="rId34"/>
    <p:sldId id="284" r:id="rId35"/>
    <p:sldId id="269" r:id="rId36"/>
    <p:sldId id="298" r:id="rId37"/>
    <p:sldId id="299" r:id="rId38"/>
    <p:sldId id="300" r:id="rId39"/>
    <p:sldId id="301" r:id="rId40"/>
    <p:sldId id="302" r:id="rId41"/>
    <p:sldId id="303" r:id="rId42"/>
    <p:sldId id="305" r:id="rId43"/>
    <p:sldId id="304" r:id="rId44"/>
    <p:sldId id="285"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1" autoAdjust="0"/>
    <p:restoredTop sz="95237"/>
  </p:normalViewPr>
  <p:slideViewPr>
    <p:cSldViewPr snapToGrid="0">
      <p:cViewPr varScale="1">
        <p:scale>
          <a:sx n="161" d="100"/>
          <a:sy n="161" d="100"/>
        </p:scale>
        <p:origin x="864" y="56"/>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12:36.441"/>
    </inkml:context>
    <inkml:brush xml:id="br0">
      <inkml:brushProperty name="width" value="0.06" units="cm"/>
      <inkml:brushProperty name="height" value="0.06" units="cm"/>
      <inkml:brushProperty name="color" value="#FF0066"/>
    </inkml:brush>
  </inkml:definitions>
  <inkml:trace contextRef="#ctx0" brushRef="#br0">481 59 8027,'-5'-8'922,"-3"1"1,-1-1 211,1-4-312,-3 5 0,10 1 196,-3 2-113,3 3-178,1-5 179,0 6-590,0 6 0,4 0 116,0 6 0,4 4 217,-5-1 1,5 6-225,-4-1 0,1 2 110,-1 2 0,2 0-141,1 4 1,0 3 12,-3 8 1,-2 4-152,6 8 1,-5 4-134,1 8 1,-3 8 28,-1 7 1,0 8-410,0 4 1,-5 3 308,-3 1 0,-2 4 49,-2 0 0,4 0-88,0-4 1,0 0 38,-3 0 1,3-1-157,0-3 1,5-6 82,-1-6 0,-1-6-205,1-1 1,0-9-219,4-11 0,4-5-608,0-11 0,1-1-769,-1-2 1,-1-4 913,5-4 1,-4-10-1271,4-2 0,-5-9 2177,5-3 0,-12-5 0</inkml:trace>
  <inkml:trace contextRef="#ctx0" brushRef="#br0" timeOffset="327">69 1729 8027,'-11'5'0,"-5"-2"0,0 5 0,4 1 1596,5 7 1,4 2-722,-1 5 1,4 6-361,4 2 0,8 9-262,7 3 1,5 2-178,3 3 1,-1 2 107,6 1 0,-5 0 3,5-4 1,-2 0 57,1 0 0,6 1-71,-6-1 1,6-6 301,-6-1 0,-1-9-66,1-4 1,-5-3 76,2-5-293,-3-7 1,-2-7 0,-1-5 330,-2 0 0,1 0-116,-5 0 0,1-6 131,-2-6 1,0-10-83,4-9 1,1-14-135,3-6 0,1-15-308,-1-9 0,2-6-167,3-5 1,-15 38 0,0-1-815,2-1 1,1-2 0,0-3 0,-1-1 964,3 3 0,0 0 0,0-2 0,0-1 0,2 2 0,0 0 0,1 0 0,1-1 0,1 1 0,-1-1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12:47.082"/>
    </inkml:context>
    <inkml:brush xml:id="br0">
      <inkml:brushProperty name="width" value="0.08" units="cm"/>
      <inkml:brushProperty name="height" value="0.08" units="cm"/>
      <inkml:brushProperty name="color" value="#FF0066"/>
    </inkml:brush>
  </inkml:definitions>
  <inkml:trace contextRef="#ctx0" brushRef="#br0">219 153 9958,'-51'-17'-200,"1"-3"0,6-1 2194,7 2-542,12 7-1518,14 7 0,12 5 77,11 0 0,6 0-526,9 0 0,5 0 356,7 0 1,9 0 328,11 0 1,14 0-1,9 0 1,9-1-217,-1-3 1,-36 3 0,2 0 224,3 0 0,3-2 1,9 1-1,3-1-438,4 1 0,1 0 0,8-2 0,1-1 246,0 1 1,0 0 0,5 1 0,0 0-287,3-1 1,0 0-1,2 2 1,1 1 281,1-1 1,0 0 0,-1 2 0,-1 0 37,-4 2 1,1 0 0,-29 0 0,2 0 0,0 0 45,1 0 0,0 1 0,1-1 1,4 2-1,1-1 0,1-1-274,-2 0 0,0-1 0,1 0 0,6 2 0,1 0 0,-1-1 305,0 0 0,-1-1 1,2 0-1,7 1 1,2-1-1,0 0-18,3-1 0,1 0 1,2 0-1,-19 1 1,1 0-1,1 1 1,0-1 52,4 1 1,0 0-1,0 0 1,2 0-1,3 1 1,1-1 0,1 1-1,1 0-7,2-1 0,0 1 0,1 0 0,2 0 0,-16 0 1,0-1-1,2 0 0,0 1 0,0-1-41,5 1 1,0-1 0,0 1 0,1-1 0,1 0-1,4-1 1,0 1 0,1-1 0,0 0 0,0-1-84,2 1 0,1-1 1,0 0-1,0 0 1,1-1-1,-14 0 1,1 0-1,0-1 1,0 0-1,0 0 0,0 0-16,0-1 0,0 0 1,0 0-1,1-1 1,-1 1-1,0-1 1,1 0-1,0 0 0,0 0 1,1 0-1,-1-1 1,0 1-70,1 0 0,-1 0 0,1 0 0,0 0 0,-1 0 0,0 1 1,-1 0-1,0 0 0,0 0 0,0 1 0,-1 0 0,0 0-48,13 1 1,-1 0-1,1 1 1,-2 1-1,1 0 1,-2 2 0,0-1-1,0 2 1,-1 0-1,-2 2-146,-4-1 1,-1 2-1,-1 0 1,0 1-1,-1 0 1,-3 0-1,-1 1 1,0 0-1,-1 1 1,-1 1-556,17 3 1,-2 2 0,-1 0 0,1 1 831,-3-1 0,0 0 0,0 0 0,-1 1 0,-1 0 0,-1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12:43.324"/>
    </inkml:context>
    <inkml:brush xml:id="br0">
      <inkml:brushProperty name="width" value="0.06" units="cm"/>
      <inkml:brushProperty name="height" value="0.06" units="cm"/>
      <inkml:brushProperty name="color" value="#FF0066"/>
    </inkml:brush>
  </inkml:definitions>
  <inkml:trace contextRef="#ctx0" brushRef="#br0">1106 717 7205,'2'6'-1216,"1"-2"1093,4 3 0,5-6 151,0 3 1,-5-3 0,1-1 67,1 0 0,2 0 154,1 0 134,-1 0 1,-3 0 0,0 0 343,1 0 1,-4-1 1152,-1-3-1349,-2 3 1,2-10 0,-1 3 146,0-2 1,-2-2-353,-1 0 1,-5-3-139,-3-1 1,2-10-12,-2-2 0,0-9-2,-4-7 1,1-8 80,-1-7 1,-1-2-13,-3-2 1,0 2-150,-7 10 0,1 3 57,-10 8 0,1 4 88,-4 12 0,-1 9-33,1 11 0,-5 13 10,-4 6 1,-10 13 56,-5 7 1,-4 12 78,0 12 1,-1 12-382,31-31 0,0 2 0,-1 3 1,1 3 160,3 2 0,1 2 0,-2 1 1,1 1-68,2 2 1,1 1 0,-1 2 0,0 0 39,0 3 1,1 1 0,3 0-1,2-1-82,3-5 1,3-1 0,5-3 0,2-3-18,2 37 1,4-10-81,3-7 1,9-8 107,3-15 0,7-5-169,1-19 0,6 2 41,2-9 0,8-2-216,-1-6 0,9-4-9,-1-8 0,6-5 65,2-11 1,9-6-308,-1-13 0,9-4-116,3-8 1,4-7 25,-33 27 1,-1-1 0,-1-2 0,-1-2-352,36-31 0,-6 5-406,-10 7 0,-2 10 1406,-2 2 0,-2 7 0,-6 4 0,0 3 0</inkml:trace>
  <inkml:trace contextRef="#ctx0" brushRef="#br0" timeOffset="617">1471 1164 8438,'0'-12'1792,"0"4"1020,0 0-1291,0 5-333,0-7-767,0 9 1,0-6-418,0 3 1,-2 3-26,-1-3 0,-4 3-39,-5 1 0,-3 1 168,-1 3 0,-5 2 42,1 6 1,-6 5-79,-1 3 0,-5 7 11,5 5 1,-4 6 103,3 1 0,1 6-12,3 2 1,7 1-158,6 2 0,4-8-125,7-6 0,1-8-465,3-8 0,8-3 196,8-5 0,2-7-268,1-5 1,5-7 122,-1-8 0,6-9 113,-2-7 1,-1-8 1,2-5 0,-6-6 118,1-5 1,-3-5 220,-5 1 1,-2 4 101,-5 12 1,-5 9 612,-3 10-262,-3 6 1,-6 14 465,-3 8 1,-4 14-311,-4 18 0,2 13-171,-6 10 1,6 9 247,-2 2 0,5 1-273,3 4 0,2-1-292,6-3 0,7-10-592,5-14 1,5-12-773,6-11 0,5-7 294,-1-9 0,6-10-677,-2-9 1,7-13 417,1-11 0,0-15 1275,-3-9 0,-7-29 0,-2-5 0,7 5 0,-14 15 0,-1 1 0,5-8 0,-13 41 0,0 7 0,-3 12 540,-3 8 0,-5 12 937,0 8 0,0 14-410,0 10 0,0 9-74,0 14 1,-4 5-545,0 11 1,0 5-425,4 2 1,-1 14 284,-3 6 0,3-44 1,1 1-325,-2 4 0,0 0 1,-1 4-1,-1 2 205,1 3 1,-2 1 0,-2 4 0,-1-1-135,-2-1 0,0-1 0,1-4 0,1-4-115,0-9 0,0-4 0,-3 37-3163,3-19 1638,3-13-1778,5-29 3361,0-25 0,-21-88 0,8 28 0,0 0 0</inkml:trace>
  <inkml:trace contextRef="#ctx0" brushRef="#br0" timeOffset="791">2071 1281 8099,'47'-67'739,"-2"11"1,-2 17 664,-3 16 1,-4 13-1055,-1 7 1,-4 3-65,-4 3 0,-2 7-71,-2 9 0,-2 2-41,-5 10 0,-2 2 15,-10 6 1,-1 3 33,-7 5 1,-8 5-48,-7 3 1,-4-1-251,0 1 1,-6-6 137,-2 2 1,-2-1-1100,2-7 1,-2-2 35,6-18 999,4-2 0,22-46 0,9-9 0</inkml:trace>
  <inkml:trace contextRef="#ctx0" brushRef="#br0" timeOffset="949">2929 1046 8099,'17'-5'691,"-4"3"0,3 5 972,-8 13 0,-3 7-678,-5 12 0,0 13-448,0 6 1,-5 6-3,-3 11 0,-3 1-300,-1 6 0,2-3-908,2-9 0,3-12-299,5-11 0,1-10-2250,3-6 3222,-3-7 0,15-50 0,-3-17 0</inkml:trace>
  <inkml:trace contextRef="#ctx0" brushRef="#br0" timeOffset="1091">3482 505 8087,'10'-16'0,"-2"1"838,-4 0 0,-3 9-623,-1 6 0,0 17 2086,0 14 1,-1 15-1107,-3 13 1,1 5-1559,-5 6 1,1 7-1026,-5 6 1,1-1 1387,4 4 0,-4-13 0,5-3 0</inkml:trace>
  <inkml:trace contextRef="#ctx0" brushRef="#br0" timeOffset="1274">4046 411 8023,'18'-14'1762,"-2"2"1,-3 5-1128,-1 15 1,0 17 1808,-1 18 1,1 15-1204,0 12 0,-6 15-651,-2 9 1,-5-41-1,-3 1-808,-1 1 1,-2 0 0,0 2 0,-3 0-125,-1 0 1,-1-1 0,0 0 0,0-2-415,1-2 0,-1-2 0,-12 39-1827,1-11 0,3-6 2583,1-5 0,-32-8 0,-12-7 0</inkml:trace>
  <inkml:trace contextRef="#ctx0" brushRef="#br0" timeOffset="1892">3564 1410 8018,'4'-27'3716,"0"0"-1533,-2 0 1,6 8-796,4 3 1,6 3-669,10 1 0,8 2-532,11 2 0,10 3-703,5 5 0,2-1-1063,-1-3 1,1 2 418,3-2 0,-3 3-716,-6 1 0,4-5 917,-3-3 0,-1-1 451,-10 1 0,-8-6 390,-9 2 1,-8-2-66,0 2 1,-3 4 890,-1 0 0,-2 5 114,-5 0-389,-5 1 1,-2 9 533,-5 5 1,-7 6 701,-4 9 1,-6 1-343,-7 7 0,4-2-683,1 6 1,4-3-566,0 0 0,3-6 29,4-3 1,-1-3-906,5-5 1,1-2 204,7-5 0,3-5-229,5-3 1,5-15 73,2-9 0,5-12-358,3-11 1,2-7 744,2-1 0,2 1 129,-6 7 0,-3 8 579,-4 8 1,-10 4-232,2 8 55,-8-1 0,1 21 72,-5 3 0,0 14 171,0 14 1,-4 5 171,0 10 0,0-1 461,4 5 1,5-5-799,3 0 1,8-4-481,3-7 1,8-6-836,0-13 0,6-9 580,-2-7 0,2-9 122,-2-7 0,3-15 127,-3-12 0,5-15 211,3-5 0,3-6-256,5 2 1,0-3 448,0 3 1,4-5 134,0 1 1,-2-4-69,-5 0 1,-9 8-211,-8 12 1,-3 9 40,-5 7 0,-3 3 575,-8 8-194,-3 8 0,-6 11 217,-3 5 1,-3 1-254,-4 3 0,-2-1-14,-3 5 1,-2 5-4,-6 6 0,1 9-169,-1 3 0,2 8-208,2 5 0,3 8 83,5 7 1,6 14 426,2 9 1,7 11-583,8 5 0,-1-47 0,3 0 72,6 6 1,5-1-1,0-3 1,3-2-413,4-2 0,4-4 0,4-7 0,3-7-785,4-8 0,2-7 0,3-3 0,0-5 313,0-2 1,0-4-1,4-3 1,0-2 865,2-2 0,0-2 0,-2-3 0,1-2 0,-1-3 0,1 0 0</inkml:trace>
  <inkml:trace contextRef="#ctx0" brushRef="#br0" timeOffset="2483">8350 1164 7871,'-5'-42'0,"-6"-5"1529,-7-7 0,-7-3-989,-10-2 1,-4 7 1117,-1 5 1,3 16-755,5 16 1,5 10-422,7 12 1,-1 9-481,6 15 1,-6 22-414,1 17 1,3 19 394,1 9 0,10-43 0,1 1-72,0 1 0,2 0 0,2 0 0,3 0 313,3-4 1,2-1 0,15 41 93,9-11 1,5-15-397,3-24 0,-1-15-43,5-24 0,0-6-55,4-6 1,-1-10 724,-3-13 0,-4-15 509,-7-9 1,-4-14 62,-4-13 1,-13 34 0,0-2-894,0-5 0,-2 0 1,-2-3-1,-3-2 326,0-2 0,-4-1 0,-2-4 0,-4-2-727,-1-5 0,-5-1 0,-9-3 0,-8 2 171,-9-2 0,-6 3 0,-3 2 0,-4 5 0,-6 4 0,-4 6 0,6 12 0,-1 7 0,3 12 0,0 7 0,-38 2-456,16 34 0,22 14-884,22 17 0,8 13-2040,4 14 0,-1 17 1406,8-41 0,1 1 1974,1 1 0,1-2 0,-9 43 0,2 5 0,7-46 0,0-1 0</inkml:trace>
  <inkml:trace contextRef="#ctx0" brushRef="#br0" timeOffset="2992">9338 987 7871,'25'8'495,"-7"0"1,-8 1 2175,-6 1 1,-2 11-1275,-2 3 0,-6 5 864,-2 2 0,-3 2-1330,-5 10 0,2 4-469,-6 4 1,6 0-1145,-2-4 0,3-5 475,1-3 0,6-9-3710,2-7 2476,2-10 1,2-10-182,0-11 0,3-10 963,5-14 0,5-12 119,10-7 1,8-5 367,4-3 1,4 2-49,4 2 1,-2 4 777,-6 8 1,0 5-237,0 10 1,-2 7 58,-5 14 0,-2 7-93,-11 7 0,1 14 113,-4 7 0,-4 6-133,-1 5 1,-4-1-147,1 5 0,-3-4-401,-1 4 0,2-1 161,2 1 1,7 2-1281,9-6 1,9 0 583,6-4 0,4-6 309,4-5 0,7-7 572,-3-10 0,4-1 609,0-6 1,4-2-1,7-2 1,0-11 807,4-9 1,-5-12 43,-3-4 0,0-4-773,-7-3 0,-7-1 56,-8-3 0,-4 2-340,-8-2 0,-5-1-489,-11 1 1,-9 1-188,-11 7 0,-6 3-146,-10 5 1,-2 11 253,-5 8 0,0 11-47,-1 13 0,5 12 51,0 15 1,1 11-97,-2 8 0,5 4 1014,7 1 1,5 3-328,7 1 0,3 5-592,5-1 0,15-3-458,9-1 1,12-5-915,7-3 1,8-8 113,4-8 1,-2-7-2624,-2-5 3975,-14-7 0,-18-8 0,-15-7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9T01:29:12.732"/>
    </inkml:context>
    <inkml:brush xml:id="br0">
      <inkml:brushProperty name="width" value="0.08571" units="cm"/>
      <inkml:brushProperty name="height" value="0.08571" units="cm"/>
      <inkml:brushProperty name="color" value="#E71224"/>
    </inkml:brush>
  </inkml:definitions>
  <inkml:trace contextRef="#ctx0" brushRef="#br0">2084 137 7770,'-30'-2'9,"-1"-3"0,1-5 113,-1-3 30,1 4 1,5-4-282,-1 3 131,8-4 1,-9 1-73,6 2 0,-4 0 146,5 5 0,-2 0-156,1 1 1,3 3-48,-7-3 0,-1 3-53,-4 2 1,-1 5 154,1 0 1,0 7-94,-1-2 1,-1 6 0,-3 4 0,-4-3-97,-7 3 1,0 4 12,1 1 1,-8 9 108,-2 1 0,-4 7-60,-2-1 1,-7 10 178,-3 4 0,-3 0-337,-2 0 0,7 1 336,3 5 0,1 1 122,0 4 0,4 5-75,30-31 1,1 1-1,-31 37-38,5 3 0,6-5 53,4-5 1,4 3-44,11-3 0,1-5-62,15-5 0,-2 0 1,12-5 0,0 3-12,5 2 0,8 0 42,7-1 1,2 1-22,9 0 1,1 5-260,8 0 1,-1 0 246,7-6 1,-1 1-36,6 0 1,6-2 30,4-3 1,3-4 31,2-6 0,1-7 5,4-4 1,3-4 6,7-6 0,-5-5 8,0-9 1,-3-5 87,8-6 1,-8 0 0,8 0 1,-5-6-53,0-5 1,3-9 71,-3-5 0,-4-6-82,-1-4 0,-5-1 67,-5-9 1,-2 1-78,-3-12 0,-9 0 4,4-4 1,-11 0 1,0 5 1,-9-5-12,-6 5 0,-10-4 174,-5-2 0,-5 2-147,-5 3 0,-5 0 169,-10 11 0,1 2-225,-6 13 1,-6 1-16,-4 4 1,0 10-41,4 10 1,1 3 16,-1 2 0,6 2 26,0 3 0,-1 10 0,-4 8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7:37.599"/>
    </inkml:context>
    <inkml:brush xml:id="br0">
      <inkml:brushProperty name="width" value="0.06" units="cm"/>
      <inkml:brushProperty name="height" value="0.06" units="cm"/>
      <inkml:brushProperty name="color" value="#FF0066"/>
    </inkml:brush>
  </inkml:definitions>
  <inkml:trace contextRef="#ctx0" brushRef="#br0">165 341 7964,'-21'-17'0,"-3"-1"0,1 0 3002,2 2-2170,-1 3 0,9 6 0,-3 4 1088,3 1-1285,6 2 1,2 5 495,5 3-481,0-2 231,0-1-79,0-5 7752,0 0-8554,0-5 0,0 3 0,0-3 0,0 5 0,5 0 0,-3 0 0,3 0 0,0 0 0,-4 0 0,10 0 0,-5 0 0,6-1 0,0-3 0,0 2 0,-1-1 0,6-4 0,3-1 0,4 2 0,3-2 0,8 0 0,8-4 0,3-3 0,1-1 0,1 0 0,3 4 0,-2 5 0,2-1 0,-4 1 0,-4-1 0,-3 2 0,-4 2 0,-5 3 0,0-3 0,-1 2 0,2 2 0,-3 0 0,-6 0 0,1 0 0,-1 0 0,1 0 0,-1 0 0,1 0 0,-1 0 0,1-1 0,-1-3 0,5 2 0,-1-6 0,-1 5 0,-6-1 0,2-1 0,-2 1 0,2-4 0,1 4 0,1 0 0,-1 4 0,0 0 0,-4 0 0,2 0 0,-5 0 0,1 0 0,-2 0 0,-1 0 0,1 0 0,-3 2-4960,-4 2-2240,-3-3 3965,-5 4 3235,0-5 0,-47-26 0,-12-7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7:40.958"/>
    </inkml:context>
    <inkml:brush xml:id="br0">
      <inkml:brushProperty name="width" value="0.06" units="cm"/>
      <inkml:brushProperty name="height" value="0.06" units="cm"/>
      <inkml:brushProperty name="color" value="#FF0066"/>
    </inkml:brush>
  </inkml:definitions>
  <inkml:trace contextRef="#ctx0" brushRef="#br0">36 106 8080,'-5'-7'743,"-3"-1"-449,3 5 0,-2-2 507,3 5-66,3 0-331,-4 0-223,5 0-1348,0 0 917,5 0 375,-4 0 111,10 0-138,-10 0 0,5 0 59,-2 0 217,-2 0 26,3 0-171,-5 0 0,1 0 507,3 0-312,-3 0 194,5 0-89,-6 0 416,0 0-926,5 0 88,-4 0 142,4 0-308,-5 0 2056,0 0-2020,6 0 168,-5 0-68,9 0 1,-7 0 47,5 0 1,-4 0 6,4 0 0,-4 0-54,3 0 1,1 0 18,4 0 0,0 0-47,-1 0 1,5 0 35,0 0 1,1 0 35,-1 0 1,-2 0-113,5 0 0,1 0 5,4 0 0,-1 0 169,1 0 0,-1 4 206,1 0 1,-1 1-93,1-1 1,-1-3-119,1 3 1,3-1-280,1 1 0,0-3 84,0 3 1,2-2 202,5 2 1,0-2-160,1 2 0,-1-3-24,0-1 1,-1 0 37,-2 0 0,0 0 75,-4 0 0,3 0-193,-4 0 1,-3 0 46,-4 0 0,2 0 27,1 0 0,3 0 59,-6 0 1,1 0-140,-1 0 1,2 0 47,-3 0 0,0 0 22,0 0 1,-3 0-24,4 0 1,-2 0-66,1 0 0,0 0-24,-4 0 1,-2 0 96,3 0 1,1 0-176,-1 0 0,1 0 68,-2 0 0,-1 4 97,1 0 0,4 0-98,0-4 0,2 0-134,-1 0 0,2 0 291,-3 0 0,4 0 190,0 0 1,1 0-191,-1 0 1,1 0 4,-1 0 0,5 0-187,-1 0 1,1 0-12,-5 0 0,-1-4-38,-2 0 1,1 0 40,-6 4 1,1 0 17,-4 0 0,0 0 62,-1 0 1,1-4 12,0 0 1,1-1-165,3 1 1,-3 3 82,2-3 1,2-2 608,-1 3 0,0-5-242,-4 4 1,3-4 77,1 4 1,3-5-97,-3 1 1,5 1-139,-1 0 0,2 0-103,1-1 0,5-1-211,-1 5 0,1-1 2,-5 1 1,1 3 50,-1-3 0,1 3 16,-1 1 1,-3 0 56,-1 0 1,-3 0 59,4 0 0,-2 0 3,2 0 1,1 3 122,-6 1 1,6 2-39,-1-2 1,7-2 170,5 6 0,2-4-27,1 4 0,4-4-148,0 3 1,4-3 96,-3 4 1,-1-5-70,-4 1 0,4 1-84,0-1 1,8 0 37,-3-4 0,8 4-19,-5 0 1,2 0-8,-1-4 1,-3 4-84,-2-1 1,-3 5 45,-9-4 0,3 4 54,-3-4 1,8 1-22,5-1 1,1-1 7,2 5 1,0-6-127,0 2 1,3-3 141,-3-1 0,-1 0 10,-7 0 1,-1 0-18,5 0 1,0 0-1,4 0 0,0-4-113,0 1 1,-1-5 91,-3 4 0,-2-1 120,-6 1 0,-5 1-100,-3-5 0,-6 6 1,-1-2 0,-1 2 22,5 2 0,-4 0 12,-1 0 1,-3 0 1,3 0 0,0 0 7,0 0 0,4 0 78,-4 0 0,-1 2-93,2 2 0,0-3 80,3 3 0,1-2-74,-1 2 1,-1-2 62,-2 2 1,5-3-43,-6-1 1,2 0 11,-5 0 0,-2 0 11,6 0 1,-4-1 11,3-3 1,-4 1 279,0-5 1,-2 4-69,-1-4 0,3 5-232,-4-5 31,4 5-3695,-9-7 1308,1 8 712,-2-3 814,-5 5 0,0 1-264,0 3 0,0 3 1043,0 5 0,-10 15 0,-4 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7:45.525"/>
    </inkml:context>
    <inkml:brush xml:id="br0">
      <inkml:brushProperty name="width" value="0.06" units="cm"/>
      <inkml:brushProperty name="height" value="0.06" units="cm"/>
      <inkml:brushProperty name="color" value="#FF0066"/>
    </inkml:brush>
  </inkml:definitions>
  <inkml:trace contextRef="#ctx0" brushRef="#br0">12 177 8136,'-6'-12'1070,"1"0"-868,5 0 0,0 5 1,0-1 2,0-1 0,1 2-110,3-1 0,-2 4-142,6-4 140,5 6 1,2-5-57,4 3 0,5 3 0,5-3 195,1 3 1,6 1-119,7 0 0,3 0-51,1 0 0,1 4 30,3 0 0,6 4 28,9-5 0,5 5-34,7-4 1,-1 0-200,-2-4 0,-2 0 222,5 0 0,3 0-2,2 0 0,-5 0-56,-11 0 0,-5 0 28,-7 0 0,0 0 10,-8 0 1,-2 0 26,-10 0 1,-4 0-53,1 0 0,-8 0 81,0 0 0,-10 0 156,-6 0 340,-5 0 30,2 0-518,-5 0 1,1 0 181,3 0-440,-3-5-49,10 4-90,-5-5 227,6 1-142,0 4 236,0-4 0,-2 3-7,-2-2 1,-1 3 360,-4-3-98,-1 3 50,8 1-100,-3 0-345,5 0 0,-1 0 13,1 0 0,0 0-94,0 0 0,-1 0 131,1 0 1,0 0 25,0 0 0,-1 0 49,1 0 1,0 1-78,0 3 0,3-3 241,1 3 1,0-2-64,-5-2 1,1 0 59,0 0 1,0 0-34,-1 0 0,1 0 165,0 0 1,-2-2-144,-2-2 0,7 3-92,-4-3 0,4 2-98,-3-2 0,-1 2 62,1-2 1,5 2-161,3-2 1,-3 1 26,-2-5 1,2 6-18,-1-2 0,4-1 37,-5 1 1,5 0-68,-4 4 1,-1-2 140,-3-1-29,0 1-78,0-3 90,-1 5 0,-3 0-92,0 0 86,-5 0-212,7 0 1,-7 0 65,4 0 0,-3 0 98,4 0 1,-4 0 4,4 0 0,-4 0 8,4 0 114,0 0 0,3 0-81,1 0 1,-4 0-166,0 0 1,-4 0 159,4 0 424,-1 0-333,5 0 0,0 0-125,0 0 0,-1 0 13,1 0 0,0 0-86,0 0 1,-1 0 47,1 0 0,4 0-22,0 0 1,-1 0-3,-3 0 0,1 0 12,3 0 0,-3 0-90,2 0 1,0 0 78,1 0 1,-3 0 38,2 0 1,-2 0-84,-1 0 0,1 0 27,3 0 1,-3 0-2,3 0 0,1 0 22,-2 0 0,6 0-25,-1 0 1,-2 0 24,2 0 1,-1 0 132,5 0 1,-1 0-84,1 0 0,-2 0 13,-2 0 1,1 0 49,-6 0 0,5 0 325,-5 0-144,6-5 1,-8 4 106,3-3 198,-8 2-63,-3 2-372,-5 0-207,0 0 184,-5 0 21,4 0-338,-5 0-83,6 0-150,-5 0 263,4 0 290,-4 0-75,5 0-8549,0 0 7816,-6 0 467,0 0 1,-2 2 0,0 2-364,-1 3 1,-1 0 170,-2 1 0,0 0 450,0 3 0,5-3 0,-1 0 0,0 0 0,-4 4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7:48.858"/>
    </inkml:context>
    <inkml:brush xml:id="br0">
      <inkml:brushProperty name="width" value="0.06" units="cm"/>
      <inkml:brushProperty name="height" value="0.06" units="cm"/>
      <inkml:brushProperty name="color" value="#FF0066"/>
    </inkml:brush>
  </inkml:definitions>
  <inkml:trace contextRef="#ctx0" brushRef="#br0">30 0 7527,'-7'5'-1484,"2"-3"1374,5 3 0,-4-4 126,0 3-10,0-3 0,3 5-6,-3-6 0,8 10 0,-3 3 0</inkml:trace>
  <inkml:trace contextRef="#ctx0" brushRef="#br0" timeOffset="174">359 176 6628,'-1'8'-850,"-3"0"850,2-5 0,8 39 0,7 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7:54.981"/>
    </inkml:context>
    <inkml:brush xml:id="br0">
      <inkml:brushProperty name="width" value="0.06" units="cm"/>
      <inkml:brushProperty name="height" value="0.06" units="cm"/>
      <inkml:brushProperty name="color" value="#FF0066"/>
    </inkml:brush>
  </inkml:definitions>
  <inkml:trace contextRef="#ctx0" brushRef="#br0">1776 387 8188,'0'-12'0,"-2"0"547,-1 0 0,1 1-67,-2-1 0,-1-1 365,1-3 0,-4 3-540,4-3 0,-3 2-47,3-2 0,-5-1-52,1-2 1,-3-2 48,-1 5 0,-5-5 188,-2 2 0,-9-2-153,-3 1 0,-8-1-131,-4 6 0,-3-1-22,-1 4 1,-8 2-218,0 2 0,-11 4 114,-1 8 1,-7 4-48,-9 7 0,-2 9 36,3 7 0,4 3-251,11 2 0,-2 0 189,2 3 0,3-1 84,1 5 1,12 0-61,4 5 1,8 0 49,0 3 1,2-2-32,2 6 0,1-5-160,3 1 1,-2-3 162,6-1 0,0 4-53,8 0 1,7 0 34,8-4 1,6 0-175,5 0 0,8-1 324,12-3 1,8-2-313,9-6 0,1 0 168,2 1 0,0-1-59,0 0 1,7-5 43,5-2 0,10-5-276,9-3 1,11-5 507,1-7 1,3-3-78,-3-5 0,4-9 43,-43 4 0,0-1 0,1-5 0,0-2 60,-3 2 0,0-2 0,45-18 60,-4 0 0,-5-3-157,1-1 1,-10-5 97,-10 1 1,-8-1 45,-15 0 1,-4 3-88,-8-7 0,-3 1 191,-8-4 1,-5 0-52,-7 0 0,-3-1 86,-5-3 1,-11-7-38,-9-4 0,-14-6 69,-13 1 0,-12-9-504,25 35 1,-2 0-1,-7 0 1,-2 2 19,-5-1 1,-2 2 0,-1 4 0,-2 4-551,-2 5 1,0 3 333,4 2 1,0 3 160,3 6 0,1 4 0,-45 0-437,8 19 1,18 8 183,24 15 0,3 0-472,1 1 0,-8 5-92,1 6 0,-14 7-33,-6 9 0,29-31 0,-2 1 502,-3 2 0,-1 1 1,2 1-1,-1 0-409,4 0 1,0 1-1,-31 31 840,7-6 0,5-5 0,0-3 0,-4-3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8:10.497"/>
    </inkml:context>
    <inkml:brush xml:id="br0">
      <inkml:brushProperty name="width" value="0.06" units="cm"/>
      <inkml:brushProperty name="height" value="0.06" units="cm"/>
      <inkml:brushProperty name="color" value="#FF0066"/>
    </inkml:brush>
  </inkml:definitions>
  <inkml:trace contextRef="#ctx0" brushRef="#br0">998 1529 8161,'-7'-11'-272,"0"2"1,0 1 0,1-1-1237,-3-1 1496,4-2 1,-1 4-25,6 0-2,0 6 63,0-3-33,0-1 1,2 5 30,2-3-21,-3 3 2,4 1-3,-5 0 6,0-5-3,0 3-1,0-3-3,0 5 0,0 0 0,-1-4 116,-3 0 1,1 0-105,-5 4 1,4 0 60,-3 0 1,3 0-70,-4 0 1,4 0 1,-4 0 0,0 0 5,-3 0 0,-1 0-4,0 0 1,4 0-15,0 0 1,0 0 14,-3 0 0,-1-1 8,0-3-12,0 3 1,1-6 2,-1 3 0,0 2-8,0-6 1,5 4-1,-1-4 1,0 6-1,-4-2 0,4-2-9,0 2 4,1 1 7,-5-3 73,0 5-73,0-4 1,4 5 1,1 0-14,4 0-1,-7 0-58,8-5-18,-3 3 101,5-8-37,0 8 45,-5-3-47,4 0 128,-5 4-69,6-5 18,0 6-560,0 0 509,-5 6 0,-7 5 0,-6 8 0</inkml:trace>
  <inkml:trace contextRef="#ctx0" brushRef="#br0" timeOffset="1434">340 1482 7631,'-7'-7'1374,"-3"2"0,9 4-566,-3-3-489,-3 3-261,6-5-194,-4 6 261,5 0 104,0 0-123,5 0-72,1 6 1,6-1 33,0 3 0,0-2-23,-1-2 0,-3-1 6,0 5 0,0-5 122,4 5 1,-1-5-77,1 1 0,0 1-70,0-1 0,-4 1 13,-1-1 1,1-3 43,4 3-7,0 3 1,-1-4 39,1 4-71,0-4 1,-2 3 22,-2-2 1,3-2 42,-3 2 1,-3-2-33,-1 2 1,2-3 9,2 3 0,-1-2-30,0-2 0,-3 1 19,4 3 0,-4-3 5,4 3-158,0-3 0,4-1 102,-1 0 1,-3 0 11,0 0 1,0 0-3,4 0 0,-5 0 8,1 0 0,0 0-37,4 0 0,4 0-12,-1 0 0,2 2-107,-1 2 1,2-3 106,6 3 1,-1-3-12,1-1 1,-1 2-3,1 1 1,3-1-5,1 2 0,0-3 29,0-1 1,-2 0-15,5 0 0,1 4-42,3 0 0,5 0 29,4-4 0,1 0-2,2 0 0,0 0 33,0 0 0,3-4 1,-3 0 1,1 0 8,-8 4 0,0 0 2,-1 0 1,3 0 0,5 0 0,-5 0-18,-3 0 1,-2 0-22,-2 0 0,3 0-42,-3 0 0,-2 0-2,-10 0 0,2 0-38,3 0 0,-3 0-12,2 0 0,-1-5 62,2-3 0,-4 1-7,4 0 1,-3-5 197,-2-4 0,-1-1-62,-2 1 1,-3 2 52,-5-6 0,3 1-110,1-5 0,0 1-30,-4-1 1,-5 5 5,1-1 0,0 1-80,4-5 0,0 0 16,-1 1 1,0 1 55,-3 2 1,2-6-24,-2 3 1,-2-4 6,2 4 0,-5-1 165,1 1 0,1-6-15,-1-2 0,0-3 93,-4-2 1,0 0-149,0-3 0,-5-2 6,-3-2 0,-3 3-139,0 4 0,-1 5 88,0 0 1,0 4 268,1 0 0,-3 6-86,-1 1 0,0 5 51,-4-5 1,-5 5-117,-3-5 1,-7 4-250,-1-3 0,-3 3 178,-9-4 1,-2-3-117,-6-5 1,-3-4-68,-1 0 1,-6-3-170,-10-4 0,-6-6 248,-5-2 0,1 4 22,7 12 0,6 4-376,5 7 0,-1 4 80,1 8 0,2 3-51,14 5 0,1 5 159,7 3 0,-1 8 127,5 4 0,-3 3 107,-1 5 1,-6 3-125,-9 8 0,-9 4-173,0 8 1,-1 3 201,6 5 0,-1 5 2,-8 2 1,36-28-1,0 1 36,-3 0 0,1 1 0,3 1 1,1 0-24,-22 33 1,9 5-104,11-5 1,11-1-9,12-6 0,7-3 181,9-5 0,9 0-149,11 0 0,6-2-270,9-2 1,4-8 62,8-8 0,4-8-252,8-3 0,1-3 35,2-2 1,3-4 72,-2-4 0,9-2-143,6-1 1,4-4 612,5 0 0,-3-10 0,1 2 0,9-1 0,-45 0 0,0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8:45.647"/>
    </inkml:context>
    <inkml:brush xml:id="br0">
      <inkml:brushProperty name="width" value="0.06" units="cm"/>
      <inkml:brushProperty name="height" value="0.06" units="cm"/>
      <inkml:brushProperty name="color" value="#FF0066"/>
    </inkml:brush>
  </inkml:definitions>
  <inkml:trace contextRef="#ctx0" brushRef="#br0">83 1 8291,'-11'0'738,"4"0"274,-3 0-163,8 0-261,-8 0-157,8 0 1,-3 0-123,5 0-270,0 0-225,5 0 126,2 0 1,9 0 124,-1 0 0,1 0-20,-4 0 0,1 0 112,3 0 1,-3 0-58,2 0 0,2 1 26,-1 3 1,1-3-59,-1 3 0,-3 2-106,2-3 0,-2 1 107,-1-4 0,0 4-17,0 0 0,-1 0 42,1-4 1,0 0-2,0 0 1,-4 4 127,-1 0 1,1 0-194,4-4 1,-4 0 28,0 0 0,0 0 83,3 0 0,-3 0-4,0 0 1,0 0-41,4 0 0,-5 0 121,1 0 292,-5 0-178,2 0 243,-5 0-3708,0 0 1023,-5 0 0,2 0 260,-5 0 1851,6 0 0,-19 0 0,1 0 0</inkml:trace>
  <inkml:trace contextRef="#ctx0" brushRef="#br0" timeOffset="726">95 118 8377,'-16'0'33,"-1"-1"0,0-1 163,0-2 457,2 0 1057,8 4-1670,2 0-6,5 0 0,1 0 40,3 0 1,-1 4 157,5 0 1,1-1 149,6-3 0,0 0-167,4 0 0,5 0 1,3 0 0,5 0-107,-5 0 0,5 0-117,-5 0 1,10 0-70,-2 0 1,8 0 64,0 0 0,8-1-216,4-3 0,6 3-22,2-3 1,0 3-12,-4 1 0,1 0 125,2 0 0,2 0 29,3 0 0,-2 0 107,-2 0 1,-3 1 9,3 3 0,-6-1 77,-6 4 1,0-3-117,-8 4 0,3-5 111,1 1 0,3 1-34,-3-1 1,1 0 2,-9-4 1,1 0 19,-5 0 0,0 0-10,0 0 0,2 0-51,2 0 0,4 0 9,8 0 0,2-2 116,1-2 1,-1 3-104,-6-3 1,0-1-25,0 1 0,0 0-22,0 4 1,0 0-111,0 0 0,0 0 68,0 0 0,0 0-153,0 0 1,-5 0 117,-3 0 0,-2 0-23,-2 0 1,2 0 37,2 0 1,-1 0-7,5 0 1,1-4 113,7 0 0,1-3-43,3 3 1,-2-2 15,-6 2 0,-3 3 49,3-3 0,1-1 0,7 1 0,-1 0-48,-3 4 1,-3 0-5,3 0 1,-4 1 83,-4 3 1,-4-1-76,-7 5 1,2-6-23,-3 2 0,7 2 52,1-2 0,4-1-1,-3-3 0,3 0 39,-4 0 0,4 0 135,-4 0 1,4-3-108,-4-1 0,6-6 138,-2 3 1,8-4 210,4-1 0,2 5-133,2-1 0,0 1-56,0-1 1,2 3-130,-2 5 0,4 0-159,-5 0 1,3 1-105,5 3 0,0 7-413,0 4 0,-3 6-178,-8-1 0,4 7 716,-1 5 0,2 1 0,7 4 0,8 4 0,-1-1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8:54.874"/>
    </inkml:context>
    <inkml:brush xml:id="br0">
      <inkml:brushProperty name="width" value="0.06" units="cm"/>
      <inkml:brushProperty name="height" value="0.06" units="cm"/>
      <inkml:brushProperty name="color" value="#FF0066"/>
    </inkml:brush>
  </inkml:definitions>
  <inkml:trace contextRef="#ctx0" brushRef="#br0">754 165 7811,'-2'-12'-515,"-2"1"0,-1-1 2392,-3 0-988,3 0 1,1 4-359,0 1 0,-4-1-343,4-4 1,1 4-1,3 0 1,-4 4-20,0-3 1,-4 3 82,4-4-140,-5 5 1,6-3-35,-5 2 1,4 2-1,-3-3 6,-3 0 1,4 4-134,-2-3 0,0 2-234,-4 2 212,1 0 1,0 6 0,2 2-60,1 2 0,0 2 74,-3 0 1,-1 5-91,0 2 0,4 3 44,0 2 1,2-1 35,-2 1 0,2 5 128,2 2-79,2 3 1,-3 5 0,5 3 74,0 4 1,1 2-57,3 7 1,3-3 9,5-5 0,-1 0-2,1 0 0,-4-1 1,0-3 0,0-2 21,3-6 0,-4-1 3,-3-3 0,1 2 81,-1-6 0,4-1-92,-4-6 0,0 1 141,-4-5 0,0 3-115,0-3 1,0 0 9,0-5 1,0 1-31,0 0 0,0-4 0,0 0 1,-2-5-299,-2 5-140,3-5 0,-9 2-156,2-5 1,-3 0 223,0 0 1,-8-6-977,-4-6 0,-11-5 116,-9-7 1200,-3-4 0,4 1 0,-5-3 0,-2-4 0,-1 1 0</inkml:trace>
  <inkml:trace contextRef="#ctx0" brushRef="#br0" timeOffset="267">13 635 8539,'-7'0'1711,"2"0"1,6 0-1038,3 0 0,8-3-180,8-1 0,7-4 21,4 4 1,9-5-217,3 1 1,4-3-70,4 0 0,-3 0-276,3 3 0,-8-1-191,-4 5 1,-9-1-698,-6 1 230,-6 3 0,-11-3-2545,-3 8 3249,-3 2 0,-69 6 0,-17 0 0</inkml:trace>
  <inkml:trace contextRef="#ctx0" brushRef="#br0" timeOffset="1167">377 577 8887,'0'-7'1358,"0"1"-1028,0 2-113,0 2-47,0-3 1,0 4-11,0-3 0,2 3 5,1-3-120,-1 2 0,10 1 0,-2-2-89,4 0 22,7-1 0,-6 2 0,4 0 104,2-2 1,3-1-163,3 1 0,-2 1-176,2-5 0,-2 4-274,-1-4 1,-2 5 529,-2-5 0,7-5 0,-2-6 0</inkml:trace>
  <inkml:trace contextRef="#ctx0" brushRef="#br0" timeOffset="1959">1483 200 7855,'-8'0'2587,"0"0"-2178,5 0 1,-3 0 423,2 0-440,3 0-197,-10-5 1,8 4-141,-4-3 0,3 3 0,-4 1 122,-1 0 0,-2 0-137,0 0 1,-1 4 55,0-1 0,0 7-10,1-3 0,-5 4 143,0 1 0,-5 5-97,2 2 1,-4 5 66,0 3 1,-1 3-41,1 6 1,-1 0 7,1 3 0,5-2-138,2 2 0,4 2-234,4-2 0,3-1 137,5-7 1,5-2-18,3-6 1,8 0-105,3-4 0,0-3 57,0-8 1,1-2-420,3-2 0,5-3-336,-1 3 1,1-2-1707,-5-2 2592,-4 0 0,8-16 0,-2-4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8:59.356"/>
    </inkml:context>
    <inkml:brush xml:id="br0">
      <inkml:brushProperty name="width" value="0.06" units="cm"/>
      <inkml:brushProperty name="height" value="0.06" units="cm"/>
      <inkml:brushProperty name="color" value="#FF0066"/>
    </inkml:brush>
  </inkml:definitions>
  <inkml:trace contextRef="#ctx0" brushRef="#br0">224 495 7689,'0'11'-231,"-1"1"0,-2 0 1,-2-2-88,-2-2 511,5 3 101,-9-10-469,10 4-87,-4-5 255,0 0-163,3 0 48,-3-5 27,5 4 59,0-5-3,-5 6 29,3 0 13,-8 0 1,7 0-60,-4 0 0,3 0 38,-4 0-131,5 0 82,-7 6 24,3-5 0,-3 5 79,2-2 1,-3-2 104,4 2 1,0 1 48,-1-1 222,0 0 1067,-3-4-1045,-1 5 0,4-4 1657,0 3-476,6-3 55,-9-1-674,10 0 102,-4 0-334,5 0-228,0 0-550,0-5 0,5-3 88,3-7 1,6 0-316,2-4 0,5-1 99,-2-3 0,3-1-108,2 1 0,3-1 146,1 1 0,-1 0-17,-3 4 0,-2-2 106,-2 5 1,-3 2 32,-6 6 1,1-1 42,0 5 34,-6 0-73,5 4 1,-9 1 19,6 3 1,-4 8-12,4 8 0,-4 2 28,4 1 0,0 5 74,3-1 1,1 4-43,0-3 0,0 1 14,-1-2 1,5-1 38,0 6 0,-1-8-67,-3 0 0,4-2 160,0-6 0,-1 3-168,-3-3 0,-2 0-184,-2-4 0,1-5-545,-5 1-987,6-5-38,-9 2-1193,4-5 1237,-5 0 1,-5-1 1640,-3-3 0,-18-24 0,-5-9 0</inkml:trace>
  <inkml:trace contextRef="#ctx0" brushRef="#br0" timeOffset="241">671 377 7706,'-12'0'5715,"0"0"-4813,1 0 1,-2 5-30,-3 3 0,-2 9-185,-6 7 1,-5 4-279,-2 8 1,-4 5 15,-5 6 1,3 2-147,-7 6 0,10-6-176,-1 2 0,5-4-223,3-4 0,2-5-405,13-10 1,3-6-995,9-10-2061,0-6 1425,5 0 0,6-9 2154,4-5 0,13-35 0,2-16 0,2-8 0,0 0 0</inkml:trace>
  <inkml:trace contextRef="#ctx0" brushRef="#br0" timeOffset="724">48 177 8297,'-7'0'6247,"2"0"-5421,0 0-314,3 0-434,-3 0 64,5 0 0,5-1 56,3-3 1,8 3 67,3-3 0,4-2 0,0 3 0,6-5-110,2 4 1,3-4-118,2 4 0,-1-5 13,0 1 1,4 1 104,0 0 1,5 4-108,-5-1 1,8-1 7,-4 1 0,0 0-68,-8 4 0,-1 0-54,-2 0 0,-1 0-166,-7 0 0,0 0 36,-8 0 1,-2 1-363,-6 3-69,3-2 0,-10 4-123,3-2-275,-3-3-226,-1 5-295,-5-6 871,-1 5 0,-8 0-300,-1 3 0,2 1 973,-3-5 0,-23 5 0,-6-2 0</inkml:trace>
  <inkml:trace contextRef="#ctx0" brushRef="#br0" timeOffset="966">718 1 7735,'8'0'1389,"0"0"0,-1 1-443,5 3 0,-4-3-597,0 3 1,4 1-165,3-1 1,5 5 70,-4-1 1,4-1 95,0 1 1,2 0-216,2 3 0,-2 1 71,-2 0 1,-3 0-96,-6-1 1,0-3-37,-3 0-209,2 0 1,-14 5 41,0 3 1,-10 2-106,-6 5 1,-6 1-453,-1-1 1,-6 1 646,2-1 0,-14-4 0,-3-2 0</inkml:trace>
  <inkml:trace contextRef="#ctx0" brushRef="#br0" timeOffset="1834">1318 24 11845,'6'12'-9,"5"-4"47,-4 0 1,0 1 28,1 7 0,0 0 15,3 4 1,1 6 69,0-2 0,0 3 48,-1 1 0,1 2-216,0 5 1,0 4 36,0 0 1,-2 6 31,-2-2 0,-3-1 58,-5 1 0,-1 3 66,-3 1 0,-3 1-79,-4-9 0,-5 0-4,0-3 1,-5-1 125,2 0 1,-4 0-68,0 1 0,-5-1-187,1 0 1,0-1-76,3-2 1,2-5-194,2-7 0,1-3 109,7-6 1,-2 0-55,6-3 1,1-3-126,-1-5 59,6 0 66,-9 0 0,6-1 18,-3-3 0,2 2-783,2-2 422,2 3 0,-4 0-783,2-3 1373,3 3 0,-15-10 0,3 5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9:08.382"/>
    </inkml:context>
    <inkml:brush xml:id="br0">
      <inkml:brushProperty name="width" value="0.06" units="cm"/>
      <inkml:brushProperty name="height" value="0.06" units="cm"/>
      <inkml:brushProperty name="color" value="#FF0066"/>
    </inkml:brush>
  </inkml:definitions>
  <inkml:trace contextRef="#ctx0" brushRef="#br0">0 83 7914,'12'-4'787,"0"0"0,0 0-459,0 4 1,6 0-30,5 0 0,11-3 144,9-1-214,3 0 1,2 0-83,3 0 0,-1 0-20,5 4 0,-1-1 1,0-2 114,-3-1 1,3 0-162,1 4 1,1 0-258,-1 0 166,-8 0 1,-7 0 0,-4 0-61,-1 0 0,3 0 97,-3 0 1,3-4 34,-7 0 0,5-1 25,3 1 1,-3 3-19,4-3 0,-4 3 18,0 1 1,-5 0-58,0 0 1,-5-4-107,2 0 1,-5 0 153,-3 4 1,2 0-8,-2 0 1,2 0-188,1 0 73,1 0 0,0 0 1,-1 0 29,1 0 0,3 0 13,0 0 1,2 0-24,-1 0 0,-4 0-18,4 0 1,-3 0-77,-2 0 0,-1 0 141,-2 0 0,1 0 114,-5 0 1,3 0-238,-3 0 0,0 0 54,-5 0 1,5 0 158,0 0 0,1 0-111,-2 0 0,0 0-169,4 0 1,1 0 146,3 0 1,2 0-8,3 0 1,-2 0-29,5 0 0,-3 4 10,3 0 1,-4 0-69,5-4 0,-7 0 64,-2 0 1,1 0 241,-5 0 0,3 0-119,2 0 1,-6 0-120,-2 0 1,-3 0 122,-1 0 0,3 0 341,1 0-329,0 0 1,-4 0-75,-1 0 0,1 0-74,0 0 0,0-2 68,-1-2 0,1 3-153,0-3 0,1 3 52,3 1 0,-3 0 48,2 0 1,-2 0-112,-1 0 0,4 0-135,0 0 1,-1 0 150,-3 0 1,0 0 53,0 0 1,3 1 52,1 3 0,0-1-57,-5 5 0,1-6 92,0 2 0,0 1 3,-1-1 1,1 2 126,0-3 0,1-1-123,3 2 1,-3-2-38,2 2 0,-2-3 73,-1 3 0,0-2 82,0-2-68,-1 0 1,1 0-47,0 0 1,-4-2 8,0-2 1,-4 3-10,3-3 0,-3 2-2,4-2 0,-4 2-13,4-1 0,-4 1-5,4 2 0,-4-1 5,3-3 0,-3 3-3,4-3 1,-4 2 2,4 2 0,-2-1 11,2-3-4,3 3-68,-5-4 1,6 3-129,0-2 0,-4 3 163,0-3 1,-5 3-50,5 1 3,-5 0 25,7 0 0,-7 0 109,5 0 1,-4 0-147,4 0 117,-6 0 0,9 0-46,-4 0 0,0 0 14,1 0 0,-4 1 0,4 3 1,-4-3-11,3 3 1,0-1 111,1 1 1,2-3-46,-2 3-14,2-3 1,2 1-40,0 2 0,-4-3-64,0 3-16,0-3 33,3-1 1,-3 0-13,0 0-192,-5 0 103,7 0-210,-9 0 95,5 0 130,-1 0-22,-4 0 0,4 0-185,-5 0-248,0 0 522,0 5 116,0-3-59,0 3 159,0-5 397,0 0-505,0 5 149,0-4-132,0 5 2,0-6 2071,0 0-2439,0-6 98,0 5-4,0-4-8,0 5-927,0 0 1,-15 16 0,-5 3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9:16.933"/>
    </inkml:context>
    <inkml:brush xml:id="br0">
      <inkml:brushProperty name="width" value="0.06" units="cm"/>
      <inkml:brushProperty name="height" value="0.06" units="cm"/>
      <inkml:brushProperty name="color" value="#FF0066"/>
    </inkml:brush>
  </inkml:definitions>
  <inkml:trace contextRef="#ctx0" brushRef="#br0">318 671 13685,'11'0'433,"3"-2"-217,1-2 1,9 2-212,7-6 1,4 4-17,5-4 0,3 4-1539,8-3 0,-4 3 740,0-4 0,-3 5-341,-9-1 0,1 3 514,-13 1 0,-7 5 637,-12 3 0,-3 2 0,-69 23 0,-17 5 0</inkml:trace>
  <inkml:trace contextRef="#ctx0" brushRef="#br0" timeOffset="174">0 1047 7815,'0'7'983,"0"-2"0,1-1-18,3 0 0,4 0-427,8-4 1,9 0-85,10 0 0,11-2-420,9-2 1,7-2-502,5-6 1,2 4 223,2 0 1,2 2-281,-2-2 0,-10 3 406,-14 5 117,-5 0 0,-17 21 0,-3 5 0</inkml:trace>
  <inkml:trace contextRef="#ctx0" brushRef="#br0" timeOffset="1806">2317 612 10366,'6'0'549,"0"0"1,-1 6-831,3 6 1,6 3 242,2 8 1,8 1 22,0 11 38,7-2 1,-1 12-1,4-3-50,-2 0 0,2 1-50,-3-8 1,-2 2 65,-2-10 0,-7-4-450,-4-8 0,-3 2-152,-2-1 1,-4-4-1106,-3-5 1718,-3-4 0,-22-19 0,-5-10 0</inkml:trace>
  <inkml:trace contextRef="#ctx0" brushRef="#br0" timeOffset="1998">3093 612 7704,'-11'10'2613,"-4"-2"-1711,-11 8 1,-2-7-53,-7 11 0,-6 6 0,-12 9-370,-6 7 1,-13 10-423,-2 7 1,1 0-454,2 3 1,8-7-148,12-4 0,8-9-2819,16-7 2555,10-15 0,14-11 806,11-13 0,15-18 0,14-9 0</inkml:trace>
  <inkml:trace contextRef="#ctx0" brushRef="#br0" timeOffset="2424">2187 271 10912,'-6'0'2336,"1"0"-2171,15 0 0,3-5 0,11-3 1,6-3-28,5 0 1,8-2-102,12-3 0,6 3-213,14-3 125,2 3 0,4 5 0,-3 2-804,-3 0 0,-10 3 170,-6 3 1,-12 0-116,-12 0 1,-5 0-221,-6 0-105,-6 5 1125,-6 1 0,-33 6 0,-12 0 0</inkml:trace>
  <inkml:trace contextRef="#ctx0" brushRef="#br0" timeOffset="2674">3093 0 7710,'12'0'1135,"3"0"-550,1 0 0,0 0 311,-5 0 0,6 0-576,3 0 1,4 2-155,3 2 1,3-2-30,5 6 0,2-4-104,2 4 0,2 0-35,2 3 1,-1 1 125,-3 0 0,-7 0-242,4 0 1,-12-1-56,-4 1 0,-8 0-81,-12 0 1,-7-1 91,-4 1 0,-17 6-4,-11 6 0,-11 2-35,-5 9 1,-13-1-246,-6 9 1,-10-5-1353,-2 1 1798,5-2 0,-16-17 0,1-5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9:23.298"/>
    </inkml:context>
    <inkml:brush xml:id="br0">
      <inkml:brushProperty name="width" value="0.06" units="cm"/>
      <inkml:brushProperty name="height" value="0.06" units="cm"/>
      <inkml:brushProperty name="color" value="#FF0066"/>
    </inkml:brush>
  </inkml:definitions>
  <inkml:trace contextRef="#ctx0" brushRef="#br0">0 1433 9872,'7'-5'608,"-2"3"-523,-5-6 1,4 4 68,0-4 1,1 0-64,-1-4 0,-1-1 35,4-2 0,-3-4-138,4-4 1,-1-6 81,1-2 0,1-5-130,-5-3 0,5-3-2,-1-5 1,-3 2 76,-1 2 1,2-3-6,2 3 0,3-2-93,0 2 1,1 3 122,0 4 1,6 1 2,6 0 0,1 0 94,6-1 1,0 6-54,5 3 0,4 2-26,3 1 0,-2 1 0,-2-1 0,-3 6-104,0 2 0,-6 3 73,-3 2 0,-3-1-6,-5 0 0,-2 6-17,-5 2-178,-5 2-101,3 2 213,-9 0 0,5 2-33,-6 2 1,0-2 51,0 6 1,0 0-9,0 4 1,0 1-57,0 2 1,-4 0-8,0 4 1,-5 0 21,1 0 1,-3 5-82,0-1 1,-5 1-52,0 3 1,-5-2 73,2-1 0,-3 3 11,-2 0 1,-3 1 2,-1-5 1,-1-3 140,2 0 1,2-6 67,-2 2 0,3-5 407,5-3-152,2-3 105,10-5-50,2 0-287,20 0 1,1 0 94,16 0 1,-1 0-85,4 0 1,0 0-2,1 0 1,-5 0-73,0 0 0,-4 0-156,0 0 1,-3 4 137,-5 0 0,-3 2 7,-8-3 127,2-1 1,-9 4-120,3-2 1,-8-1 319,-3 5 0,-8 0-93,-1 3 0,-6 1-39,-1 0 0,-6 0-132,-6-1 0,-6 4-215,-2-4 0,-3 3-76,-1-11 1,0 1-398,0-4 0,2 0-440,1 0 1,13-5 433,8-3 0,11 2-626,0-2 1233,8 0 0,35-19 0,15-5 0</inkml:trace>
  <inkml:trace contextRef="#ctx0" brushRef="#br0" timeOffset="816">718 81 12509,'11'0'34,"5"0"143,0 0 0,9-5-173,-2-3 1,8 2-321,1-2 1,2 0-275,1-4 0,-4 4 55,1 0 1,-7 4-1287,-2-3 1228,-5 4 0,-7-1 93,-3 8 1,-8 0 499,-8 8 0,-8-3 0,-54 34 0,-19 1 0</inkml:trace>
  <inkml:trace contextRef="#ctx0" brushRef="#br0" timeOffset="964">918 163 11434,'6'0'841,"-1"6"0,-5-4-782,0 6 1,0 0 64,0 4 0,-1 5-134,-3 2 1,-6 6-1266,-6 6 0,-5 1 166,1 7 1109,-2-2 0,-12 14 0,-2 3 0</inkml:trace>
  <inkml:trace contextRef="#ctx0" brushRef="#br0" timeOffset="2141">1117 775 8242,'7'-1'2014,"-3"-3"-1595,-3 2 66,-1-3 133,0 5-550,0 0-180,5 0-245,-3 0 152,3 0-49,-5 0 0,0-1-25,0-3-76,0 3 514,0-5-126,0 6 964,0 0-861,-5 0 390,3 0-40,-3 0 51,5 0 46,0 0-521,0-5-147,0-1-358,0-6 53,0 0-308,-5 6 145,4-5 116,-10 10 456,5 1 0,-1 6-92,3 6 1,-1-4 213,1 0-27,0 0 507,4 3-411,0-4 0,5-2 450,3-5-536,3 0 1,0-4-7,1 0 0,0-5-214,0 1 1,-2-6 62,-2-2 0,-1 1-227,-4 3 1,-1 0-88,2 0-69,-3 1-64,-1 4 85,-5 2 0,-2 11 151,-5 6 0,1 1 71,-1 7 0,0-1 264,0 5 1,5-5 69,-1 1 1,5-6 74,-1 2 0,3-3 31,1-1 134,0 0-326,0-6 1,5-1 93,3-5 0,2-1-148,2-3 1,-4-2 54,0-6 0,-2 0-170,2 0 0,-1 1 46,-3-1 1,-3 0-57,3 0 1,-3 1 73,-1-1 1,-1 1-89,-3 4 1,1 1-24,-4 6-54,-1 0 1,-4 2 132,0 2 1,0 2-5,1 6 1,-1 0 113,0-1 0,4 4-10,0-3 1,6 2 190,-2-6 0,1-2 155,-1 2 54,3-5-244,-4 7 1,6-9 133,3 3 0,1-8-115,3-3 1,3-4-57,-4-1 0,3 1-194,-3-1 1,3 0 52,-6 0 0,1 2 94,-1 2 0,-3 2-148,3 2 1,-2 1-465,2-5 387,-2 6 0,2-4 6,-8 6 0,1 6 44,-5 1 0,4 4 36,-3 1 20,4-1 1,-6 1-1,5 0 0,0-4-32,4 0 1,-1-6-359,-3 2-524,2 3 498,-3-6 425,5 4 0,5-36 0,2-8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49:33.872"/>
    </inkml:context>
    <inkml:brush xml:id="br0">
      <inkml:brushProperty name="width" value="0.06" units="cm"/>
      <inkml:brushProperty name="height" value="0.06" units="cm"/>
      <inkml:brushProperty name="color" value="#FF0066"/>
    </inkml:brush>
  </inkml:definitions>
  <inkml:trace contextRef="#ctx0" brushRef="#br0">188 71 7978,'12'-6'-42,"1"0"0,0-2 1,0 2-1,-2-1-360,-1 1 1,-3 3 1059,1-1 0,-1 1-313,5-1 0,0 3-284,0-3 0,-1 3-93,1 1 0,4-4-10,0 0 1,1 0-103,-2 4 1,-6 0-223,3 0 0,-3 0-837,3 0 637,0 0 566,-6 0 0,-37 16 0,-15 3 0</inkml:trace>
  <inkml:trace contextRef="#ctx0" brushRef="#br0" timeOffset="173">0 188 11362,'15'0'-156,"4"0"0,6-4-545,10 0 1,10-3 362,2 3 0,1-4-477,-5 4 0,2-1 80,-6 1 735,0 3 0,-9-15 0,-1 3 0</inkml:trace>
  <inkml:trace contextRef="#ctx0" brushRef="#br0" timeOffset="732">106 59 7901,'-12'0'-206,"1"0"1,3 0 1472,0 0-999,5 0 0,-2-1 99,5-3-309,0 2 1,0-4 67,0 2 0,5 3 59,3-3 1,3 1-13,0-1 0,5 3-16,0-3 0,5 3-62,-2 1 0,3 0 13,2 0 1,3-4-71,1 0 0,-1 0 70,-3 4 0,3 0-267,1 0 1,3 0 62,-4 0 1,1 0-437,-5 0 1,1 1 109,-1 3 1,0-3-542,-4 3 405,-2 3 1,-10-1-25,-3 6 0,-6 0 582,-6 0 0,-5-1 0,-57 12 0,-12 2 0</inkml:trace>
  <inkml:trace contextRef="#ctx0" brushRef="#br0" timeOffset="916">12 259 7898,'8'0'910,"0"0"0,2-1-136,10-3 1,6-4-462,13-8 1,4 3-323,8-3 1,0-1-912,0 2 1,-3 0 512,-12 8 1,-4-3-658,-8 6 0,-2 1 1064,-2 3 0,-24 0 0,-11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0:05.216"/>
    </inkml:context>
    <inkml:brush xml:id="br0">
      <inkml:brushProperty name="width" value="0.06" units="cm"/>
      <inkml:brushProperty name="height" value="0.06" units="cm"/>
      <inkml:brushProperty name="color" value="#FF0066"/>
    </inkml:brush>
  </inkml:definitions>
  <inkml:trace contextRef="#ctx0" brushRef="#br0">1 1646 8310,'6'2'640,"-2"2"-200,-2-3-374,-2 4 69,5-5 1,-3 4-80,6 0 0,-4 4 63,4-4 1,0 1-130,4-1 0,-5 1 63,1 3 1,4 1 28,4-5 0,-1 4 13,-3-4 0,4 4 18,-1-4 0,6 5-4,-1-1 1,2-2 12,2 2 0,-1-4 215,1 4-259,4 0 0,-3-1 0,3 1-44,-3 1 1,-6-2 22,1 1 0,-1-2-114,5 2 1,-2-1 99,-2-3 0,1-3-104,-6 3 0,6 1 68,-1-1 1,1 0-18,-2-4 1,4 0 77,-4 0 1,2 0-38,-1 0 1,1-4 149,-6 0 0,6-4-51,-1 4 0,-2-4-34,2 4 1,-5-5-58,5 1 1,-4 2 4,3-2 0,-3 0-92,3-3 1,-4-1 62,0 0 0,2 0-113,-1 0 0,4 1 115,-5-1-1,1 0 77,-4 0 0,0-3-11,-1-1 1,5 0 137,0 5 0,-1-1-131,-3 0 0,0-4 30,0 1 1,3-1-24,1 4-55,0-5 0,-5 4 1,1-4-75,0 0 1,4 3 53,-1-6 0,5 2-84,-4-2 1,1-2 15,-2 3 1,2-4-79,3 0 1,-3-1 79,-5 1 0,-1 3-7,1 1 1,0 0 43,0 0 0,-4-2-3,-1 5 0,0-3 65,1 3 0,2-4-66,-2 5 0,-1-5 54,0 4 1,-4-3-3,1 3 1,1-5 87,-1 2 1,4-2-44,-4 1 1,0-2 13,-4 2 1,4-6-60,0-1 0,0-1 13,-4 5 1,0-1 25,0 1 0,0 0-22,0 4 0,0-3 60,0 2 0,0 2-114,0-2 0,-2 1-90,-2-5 1,-1 1 45,-3-1 0,-2-3-1,2-1 1,1-1 19,0 2 1,-1 2-88,-4-2 0,4 2 53,0 1 1,6 2 21,-2 3 0,-1 2-57,1 5 98,0 0 0,4 0 10,0 1 81,0 4-37,0-3 0,0 3 60,0-5 1,-4 1-102,0-1 1,-4 0-121,4 0 0,-5-3 120,1-1 1,-2 0-89,-2 4 0,-4-1 16,1-2 1,-2 3-129,1 0 1,1 2 121,-4 6 0,5 0 2,-2 4 0,-1-4 41,1 0 1,-3 0-34,3 4 1,-1 1 10,1 3 1,-1-2-1,-2 2 0,0 1 252,4-1-230,2 0 1,-6 0 0,5 1-23,-2 1 1,-3-2-4,3 4 1,-5-1-9,1 0 1,0 4 75,0-3 1,-4 3-60,1 5 1,-1-3 94,-3 3 1,-3 1-83,-1-1 1,1 1 70,-2-2 0,5 0-44,-5 4 1,6 1 9,-1 3 0,2-3 7,1 0 1,2 0-13,3 8 1,-2-3 40,5 2 1,-4-1-46,5 2 1,-2-3 54,1 2 1,2-2-45,-6-2 0,4 1 11,-3-1 0,3 0-6,-3-4 1,4 3 1,0-2 1,1-2-32,3 2 0,-1-2-8,0 2 1,0 2 5,1-2 1,0 3 6,3 5 1,-2-2 44,2 5 0,2-4-37,-2 5 0,4-6 94,-4 1 1,1-2-70,0-1 0,-3 3 8,7 1 0,-5-1 1,4-3 1,-4-5 4,4 1 0,0-1-35,4 5 0,0-5-5,0 1 0,0-6-113,0 2 1,0 1 114,0-1 0,0 3 70,0-3 1,0 4-8,0-5 1,1 5 130,3-4 1,-2 3-119,2-3 1,1 3 105,-1-3 1,1 4-140,-1-5 0,-3 5 14,3-4 1,1 1-131,-1-2 1,4 2 78,-4 3 1,1-3 97,-1-5 1,-1-1-57,5 1 0,-5 0-6,5 0 0,-4 0-40,4-1-10,0 1 1,4 0 220,-1 0 1,-3-2-56,0-2 1,0 2-226,4-2 1,-1 3 83,1 0 1,0-3 91,0 0 1,3-1-20,1 0 0,0 4-15,-4-3 0,1-2-30,2 2 1,-2-4 7,3 4 1,1-4 101,-1 4 1,-1-6-63,-3 2 0,0-1 130,0 1 0,3-3 48,1 3-316,0-3 0,-1-1 51,1 0 1,0 0-121,-5 0 1,5 1 128,0 3 1,0-2-128,-5 2 1,5-3 54,0-1 1,-1 0 2,-3 0 0,5 0-234,3 0 0,-2 0 82,2 0 0,-2 0 439,1 0 1,4 0-44,-4 0 0,2-1-145,-1-3 1,-2 1-27,-2-5 1,-3 4 15,2-3 0,-1 3-69,-3-4 0,1 1 113,0-1-84,0-2 1,-2 3-51,-2-4 8,2 4 0,-7-2 19,5 5-44,-6-5 49,9 2 11,-10-4 1,8 3-128,-5 0 120,0 5-15,1-7 1,-3 7 10,2-5 0,-2 6 94,2-2 1,-3 1 41,3-1 249,-2 3-144,-2-4-41,0 5 1,0-2-75,0-1 16,0 1-223,0-3 146,0 5-180,-6 0 31,5 0 40,-4-5 6,0 4 12,3-5 43,-8 6 1,7-4 22,-5 0 23,6 1-44,-9 3 1,5 0-23,-6 0 0,4 0-9,0 0 0,-1 0-5,-6 0 1,2 0-5,-3 0 0,-2 0-13,-2 0 0,-6 0 59,-2 0 0,-3 0 0,4 0 0,-10 3 67,2 1 0,-3 2-81,3-2 1,-1-3 33,1 3 1,1-2 28,3 2 1,-1-2 112,9 1 0,-2-1-105,9-2 0,1 0 81,3 0 1,0 0 204,0 0-234,1 0 1,3 0-6,0 0 1,4 0-6,-4 0 1,4 0-145,-4 0 1,4-4 14,-3 0-71,4 0 1,-6 3 67,5-3-12,-5 3 1,6-6-202,-5 3 125,6 3-35,-3-4 92,-1-1-42,5 5 0,-6-6-61,4 4-199,1 1 167,-3-3-24,5 5 58,0-5-24,0 3 164,0-3-143,0 5 243,-5 0-164,3 0 25,-3 0 35,5 0 1,0-1-11,0-3-4,0 3-37,0-5 108,0 6-93,-5 0 12,4 0 97,-5 0-3,6 0-138,0 0-25,-5 0 83,4 0-16,-4 0 9,5-5-27,0 4 55,0-4-57,-6 5 6,5 0 34,-4 0 0,4-4-31,-3 0 16,2 0-12,-3 4-108,5 0 99,0 0 50,0-5 15,-5 3 1,4-3 3,-5 5 14,6 0-9033,0 0 9008,-5 0 0,-22 16 0,-11 3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0:09.333"/>
    </inkml:context>
    <inkml:brush xml:id="br0">
      <inkml:brushProperty name="width" value="0.06" units="cm"/>
      <inkml:brushProperty name="height" value="0.06" units="cm"/>
      <inkml:brushProperty name="color" value="#FF0066"/>
    </inkml:brush>
  </inkml:definitions>
  <inkml:trace contextRef="#ctx0" brushRef="#br0">365 0 8187,'-6'0'1084,"1"0"0,3 0-1069,-2 0 0,3 2 75,-3 2 1,3 7-1,1 9-26,0 2 1,0 8-10,0 6 0,4 5 77,0 10 1,4 4-68,-4 8 0,3 1 28,-3 3 0,0 1-208,-4-6 146,0 1 0,0-9 0,-1-5-135,-3-4 1,-4-5 35,-8-5 0,3-2-62,-2-6 0,3 1-164,4-8 0,-2 0-407,2 0 1,1 1-252,-1-5 952,6-1 0,12-71 0,10-17 0</inkml:trace>
  <inkml:trace contextRef="#ctx0" brushRef="#br0" timeOffset="207">377 95 7841,'-12'-7'341,"1"3"1,-1 3 450,0 1-681,0 0 0,1 0 0,-2 1-16,-3 3 1,3 4-120,-3 7 0,2 0-278,-2 4 175,-2 1 0,-2 4 0,1-1-365,-2 1 1,-1 3 165,-2 0 326,0 1 0,-10-41 0,-2-9 0</inkml:trace>
  <inkml:trace contextRef="#ctx0" brushRef="#br0" timeOffset="340">777 271 7841,'-13'12'-270,"-3"-1"0,1 6-102,-9 3 1,-2 4 371,-9 3 0,-6-3 0,-6 3 0,-3 4 0,0-1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0:13.225"/>
    </inkml:context>
    <inkml:brush xml:id="br0">
      <inkml:brushProperty name="width" value="0.06" units="cm"/>
      <inkml:brushProperty name="height" value="0.06" units="cm"/>
      <inkml:brushProperty name="color" value="#FF0066"/>
    </inkml:brush>
  </inkml:definitions>
  <inkml:trace contextRef="#ctx0" brushRef="#br0">1 24 8336,'0'-6'-253,"0"1"308,0-1-41,0 5 0,6-4 211,6 5 0,5 1 1,9 3-65,6 4 0,6-2 1,13 2 1,9 0 36,10 4 0,15-2-316,9-2 0,4 3 213,0-4-81,-48-4 1,1 0 0,3 0 0,2 0 0,-3-1 0,1-1-142,-4 1 1,0 0 0,43 2-442,-15-4 1,2 0-1007,-5 0 1573,-1 0 0,-3 0 0,-1 0 0,1 0 0,-1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0:14.207"/>
    </inkml:context>
    <inkml:brush xml:id="br0">
      <inkml:brushProperty name="width" value="0.06" units="cm"/>
      <inkml:brushProperty name="height" value="0.06" units="cm"/>
      <inkml:brushProperty name="color" value="#FF0066"/>
    </inkml:brush>
  </inkml:definitions>
  <inkml:trace contextRef="#ctx0" brushRef="#br0">1 553 9393,'0'7'1933,"0"-2"-1499,0-5 294,0 0-294,0-5-51,0 4 26,0-5 0,0 1-294,0-1-102,0-6 1,0 4-1,1 0-67,3-1 1,-2-1 63,6-2 1,1 0-101,7 0 0,1-3 20,3-1 1,6-5 61,-3 1 1,7 2 63,-2-1 1,4-1-28,0-4 1,2 5 145,1-1 0,0 2-26,1-2 0,-1-1-25,0 6 0,-5-5 0,-2 4 1,-4 1 3,0 3 1,-1 0-13,1 1 0,-4 0-8,-1 3 1,-4 2-92,0 2 0,4 2 74,0-1 0,-2 1-163,-1 2 1,-2 0-6,2 0 0,1 2-97,2 1 0,0 3 53,-4 2 1,0 2-76,4-2 0,-4 2 127,0 2 0,2 0 49,-1 0 0,0-1-240,-4 1 1,3-1 59,1-4 0,-4 4-233,-5-3 1,0-2-151,1 2 0,2-4-1210,-2 4 536,-3-6-339,1 4 883,-6-1 713,0-4 0,-21-48 0,-5-18 0</inkml:trace>
  <inkml:trace contextRef="#ctx0" brushRef="#br0" timeOffset="242">1024 1 7816,'7'0'158,"1"0"0,-4 1 185,4 3 0,0-1 220,4 4 0,1 1 566,2 4 0,4 1-402,4 3-516,1 2 0,3 4 0,2-1-152,1-1 0,-4-1 30,1 5 1,-3-2-142,-4-2 0,-3 1 10,-6-6 0,-4 1-31,-3-4 1,-6 1-115,-5 2 0,-8 0-24,-12 4 1,-8 0-97,-9 0 0,-1 3-181,-2-2 0,0 1-537,0-1 1,-3 2 48,3-3 976,8-2 0,36-15 0,12-10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0:26.932"/>
    </inkml:context>
    <inkml:brush xml:id="br0">
      <inkml:brushProperty name="width" value="0.06" units="cm"/>
      <inkml:brushProperty name="height" value="0.06" units="cm"/>
      <inkml:brushProperty name="color" value="#FF0066"/>
    </inkml:brush>
    <inkml:brush xml:id="br1">
      <inkml:brushProperty name="width" value="0.08" units="cm"/>
      <inkml:brushProperty name="height" value="0.08" units="cm"/>
      <inkml:brushProperty name="color" value="#FF0066"/>
    </inkml:brush>
  </inkml:definitions>
  <inkml:trace contextRef="#ctx0" brushRef="#br0">706 423 8389,'-72'-15'-16,"5"-1"1,12 2-1,11 1-49,9 1 0,7 0 0,1 0-602,2 1 667,7-6 0,-41-38 0,-5-14 0</inkml:trace>
  <inkml:trace contextRef="#ctx0" brushRef="#br1" timeOffset="403">35 247 10938,'-5'-6'-1104,"3"-4"1254,-6 6 0,4-3 1548,-4 3-456,5 0-723,-2-1-46,5 3-251,0-3 0,1 1 6,3 0 49,-2-5 1,12 8-1,-1-4 315,4-1-482,3 5 0,8-8 0,5 4 15,5-2 0,9 3 66,8-4 1,5 4-98,7-3 1,8 0-238,12-1 1,8-1 91,-1 5 1,-44 0 0,1 0-44,47 0 1,-48 2 0,0-1 62,44-1 1,3 3-2,-7-3 1,3-3 19,1 0 1,4-4 5,0-1 0,-48 7 0,1 0 29,43-3 0,1-1 6,-9 5 1,1 0 0,-5 4 1,-6 0-23,-6 0 0,-10 4 312,-9 0 1,-4 4-87,-4-4 0,-6 5-262,-6-1 0,-5-2-39,2 2 1,-7-5-252,-2 1 1,-4 1 68,0-1 1,-5 4-1882,-3-4 1099,-4 5 0,-3 1 1005,-8 6 1,-86 10 0,36-14-1,0 1 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0:42.215"/>
    </inkml:context>
    <inkml:brush xml:id="br0">
      <inkml:brushProperty name="width" value="0.06" units="cm"/>
      <inkml:brushProperty name="height" value="0.06" units="cm"/>
      <inkml:brushProperty name="color" value="#FF0066"/>
    </inkml:brush>
  </inkml:definitions>
  <inkml:trace contextRef="#ctx0" brushRef="#br0">172 129 8463,'-29'7'0,"-1"-3"-38,0-3 0,1-5 38,6 0 0,8-4 0,3 5 229,8-7 1,4 9 758,8-3-733,3 3 1,2-3-1,1 0 93,2 1 0,3 2 474,-3 1 0,5 0-273,-1 0 1,2 0-124,1 0 0,1 0-117,-1 0 0,5 0 0,-1 0 1,10 0-252,-2 0 1,4 0 148,1 0 1,3 0-224,8 0 1,1 0 97,3 0 1,2-1-116,-2-3 1,3 3 76,0-3 0,1-2 145,0 2 0,-7 1 0,-5 3 1,-5-2 22,-7-2 0,-1 3-37,-2-3 0,0 3 30,-4 1 1,6-4-47,1 0 0,6-4 35,6 4 0,0-5-177,0 1 0,0 3 5,0 1 1,-1-1-146,-3 1 0,-3 0 191,-5 4 0,2 0-21,2 0 0,2 1-20,2 3 0,-4 1-45,-8 3 1,2 3 42,-6-3 1,5 1-17,-5-1 0,1 2-4,-5-2 1,2 1-17,2-1 0,4 2 2,4-2 1,0-3-34,0-1 1,6 2-19,2-3 1,1 3 17,0-2 1,-4-3-20,-5 3 0,1-3-21,-1-1 1,0 4 49,0 0 1,1 1-8,-1-1 0,0-3 23,1 3 0,3-2 0,0-2 1,4 4 2,-4-1 1,0 1 3,-3-4 1,-1 0 31,0 0 1,2 0 96,2 0 0,-1 0-54,5 0 1,3-4-55,1 1 1,2-1 140,-5 4 1,-4 0-73,-1 0 1,-2 0-24,-2 0 0,-5 0-65,-2 0 0,0 0-10,0 0 1,5 4 20,-2-1 1,4 5-102,4-4 0,-1 0 40,5-4 0,-1 0 43,1 0 0,-2 0-101,-6 0 1,0 0 119,1 0 0,3 0 0,0 0 0,0 0-2,-4 0 1,1-1 4,-1-3 0,-1 1 17,-3-5 0,2 6 8,-6-2 1,2 1-150,-1-1 1,-2 3 105,5-3 0,-5 3-176,2 1 1,2 0 92,1 0 0,3-4 48,1 0 1,2 0-3,2 4 1,-2 0-2,2 0 0,1 1 55,0 3 0,-1-2 27,-4 2 1,0 1 111,1-1 1,3 0-109,0-4 0,4 4-5,-4-1 0,10 1-37,-2-4 1,6 4-2,-2 0 1,0 0 33,-4-4 1,-1 0-15,-3 0 0,5 0-74,-4 0 0,3 0-155,-8 0 0,0 0 175,-4 0 0,-1 1-9,-2 3 0,-5-2 184,-7 2 0,-3-2-89,-6 2 1,1-3-38,0 3 36,0-2 0,1 2 144,2 0 0,-2-1-51,3-3 1,1 0-33,-1 0 1,3 0-59,-3 0 0,5 0 12,-1 0 0,2 0-385,1 0 1,1 4 234,-1 0 1,1 0 212,-1-4 0,1 0-181,-1 0 1,1 4-2,0 0 1,-1 1 48,1-1 0,-5-3-49,1 3 1,-5-1 80,5 1 0,0-3-21,3 3 1,1-1 119,-1 1 0,5-3-22,-1 3 1,-1-3 111,-6-1 0,1 0-109,-6 0 1,1 0 61,-4 0 63,0 0 202,-1 0-509,-4 0 164,-2 0-7,-5 0 0,-1 0-488,-3 0-778,3 0 608,-5 0-137,6 0-4052,0 0 4177,0 5 0,0-2 592,0 5 0,-62-16 0,-17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1:01.733"/>
    </inkml:context>
    <inkml:brush xml:id="br0">
      <inkml:brushProperty name="width" value="0.06" units="cm"/>
      <inkml:brushProperty name="height" value="0.06" units="cm"/>
      <inkml:brushProperty name="color" value="#FF0066"/>
    </inkml:brush>
  </inkml:definitions>
  <inkml:trace contextRef="#ctx0" brushRef="#br0">0 47 6893,'0'-6'-266,"0"1"-99,0-1 365,0 5 0,44-7 0,27 0 0,1 2 0,0-1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1:37.306"/>
    </inkml:context>
    <inkml:brush xml:id="br0">
      <inkml:brushProperty name="width" value="0.06" units="cm"/>
      <inkml:brushProperty name="height" value="0.06" units="cm"/>
      <inkml:brushProperty name="color" value="#FF0066"/>
    </inkml:brush>
  </inkml:definitions>
  <inkml:trace contextRef="#ctx0" brushRef="#br0">224 283 7801,'-29'-5'1328,"4"-2"-825,-2-4 0,4 0 753,3 3-539,8-2 0,7 7 317,5-5 1,1 6-586,3-2 1,9-1-182,11 1 0,11-4-106,12 4-72,5 0 0,11 0 0,1 0-207,1 2 1,3 0 138,7 2 1,6 2-645,5 2 1,-5-2-381,-6 6 1,-9-4-818,-3 4 1,-4-4 701,-4 4 1117,-8-1 0,9 5 0,-1 0 0</inkml:trace>
  <inkml:trace contextRef="#ctx0" brushRef="#br0" timeOffset="217">1294 1 7762,'12'0'0,"0"0"405,-1 0 1,1 0 175,0 0 0,5 5 614,3 3 1,7 2-670,4 2 1,3 5 55,2 3 1,-1-2-959,0 2 0,-2-1 230,-6 5 0,-6-1-471,-13 1 0,-5 5 337,-11 2 0,-12 4-230,-15 4 1,-7 3-96,-9 5 0,-13 6-28,-10 1 1,30-25 0,0 0 261,-1 1 1,0-1-1,0-3 1,0 0 370,-38 21 0,17-21 0,3-10 0</inkml:trace>
  <inkml:trace contextRef="#ctx0" brushRef="#br0" timeOffset="550">236 1212 7707,'-12'0'0,"0"0"0,1-1 824,-1-3 0,0 3 1120,0-3 0,6 1 172,2-1-1111,3 3-932,1-4 0,10 5 7,6 0 0,11 0-98,8 0 0,7 0-30,9 0 1,-1 0-202,5 0 0,5 0-355,6 0 0,4 0-967,0 0 0,1-4-260,-1 0 0,-2 0 344,-5 4 1487,-11 5 0,-22 7 0,-8 6 0</inkml:trace>
  <inkml:trace contextRef="#ctx0" brushRef="#br0" timeOffset="775">1035 1106 12724,'14'4'719,"1"0"1,6 5-680,10-1 0,7 8 104,13 3 1,3 0-465,5 0 0,-7 1 255,-5 3 0,-10 0-461,-10-4 1,-13 3 57,-6-2 1,-16 4-553,-7 3 0,-18 3 529,-10 5 1,-11 2 169,-12 2 1,-6 4-170,-10 8 0,37-26 0,-1 0 331,2 2 1,-2 1 0,-4-3 0,-2 1 158,3 1 0,-4 1 0,-22 4 0,-6 1 0,-8 3 0,1 0 0</inkml:trace>
  <inkml:trace contextRef="#ctx0" brushRef="#br0" timeOffset="1075">1 2435 10030,'0'7'3133,"0"3"-2226,0-9 0,1 5-532,3-6-345,8 0 1,9-4 0,10 0 14,8 1 1,15-2-178,4 1 0,9-1-329,0 1 1,6 3 21,1-3 0,-3 2-527,-4 2 0,-6 0-1553,2 0 1759,-3 0 1,-8 2 759,-5 2 0,-31 2 0,-14 6 0</inkml:trace>
  <inkml:trace contextRef="#ctx0" brushRef="#br0" timeOffset="1276">894 2235 7656,'12'0'373,"0"0"1,0 1 379,-1 3 0,6 3-349,3 5 1,7 5 295,5 2 0,13 5 86,10 3-601,8 9 1,1 0 0,-6 3-150,-10-2 1,-14-3 3,-14-3 1,-10 2-550,-14-6 1,-19 5-97,-17-5 1,-16 6-272,-14-2 0,-10 2-1179,-6-2 2055,-1-2 0,8-31 0,-18-11 0,-2-1 0,18 4 0,0-1 0,0 1 0,0-1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1:36.756"/>
    </inkml:context>
    <inkml:brush xml:id="br0">
      <inkml:brushProperty name="width" value="0.06" units="cm"/>
      <inkml:brushProperty name="height" value="0.06" units="cm"/>
      <inkml:brushProperty name="color" value="#FF0066"/>
    </inkml:brush>
  </inkml:definitions>
  <inkml:trace contextRef="#ctx0" brushRef="#br0">0 412 8655,'0'-8'1390,"0"1"1,3 3 214,5-4-1112,10-5 1,24-4-30,13-3 1,15-2 0,15 4-273,8-1 1,3 2-546,-1 6 1,-1 4 405,0 3 0,-3 3-588,-5 1 0,-11 0 426,-16 0 0,-2 0-1159,-6 0 1,3 4 520,-7 0 0,1 4-555,-9-4 1,-1 1 635,-7-1 1,1-3 27,-9 3 638,-2-3 0,-6-1 0,-4 0 0,-1 0 0</inkml:trace>
  <inkml:trace contextRef="#ctx0" brushRef="#br0" timeOffset="183">1388 1 11841,'17'0'885,"6"0"-65,9 0 1,13 5-322,10 3 1,8 7-704,7 5 0,0 4 185,-4 3 0,-10-2-361,-12 2 1,-21 3-61,-19 2 0,-21 3-448,-18 4 1,-21 8 322,-19 8 1,33-26 0,-1 0-1444,-1 0 0,-2 0 2008,0 2 0,-6 2 0,-13 4 0,-9 3 0,-3 1 0,-6 4 0,0 1 0,0-1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1:35.699"/>
    </inkml:context>
    <inkml:brush xml:id="br0">
      <inkml:brushProperty name="width" value="0.06" units="cm"/>
      <inkml:brushProperty name="height" value="0.06" units="cm"/>
      <inkml:brushProperty name="color" value="#FF0066"/>
    </inkml:brush>
  </inkml:definitions>
  <inkml:trace contextRef="#ctx0" brushRef="#br0">1360 1 8065,'11'0'0,"1"0"0,-3 0 0,2 0 1650,2 0-1112,1 0 1,5 0 0,4 0 232,7 0 0,13 5-588,4 3 0,7 1-271,-3-1 1,-5 2-494,-7-2 0,-11 3 471,-8 0 0,-16 6-721,-20 3 0,-15 8 62,-20 3 1,-9 7 768,-15 1 0,-12-4 0,-12 1 0,25-12 0,1 1 0,0 0 0</inkml:trace>
  <inkml:trace contextRef="#ctx0" brushRef="#br0" timeOffset="490">172 377 8030,'-21'0'0,"-2"-1"388,-2-3 1,0 3 485,1-3 1,6-1 1852,2 1-623,9 0-367,-4 4-1214,10 0 0,1 0-205,8 0 0,3-2-15,5-2 0,5 3 128,10-3 0,7-1-128,13 1 0,4-4 0,8 4 0,-2-3-156,6 3-58,0-6 0,3 8 0,2-5-59,2 2 1,4 0 9,4 1 0,-1 3-286,-3-3 0,-1-2 156,-2 3 1,1-1-31,2 4 0,0-4 65,-7 0 0,-7 0-80,-9 4 0,-11 0-219,-1 0 0,-6 0 109,-6 0 0,-3 0-613,-9 0 1,-7 1-169,-8 3-195,-3-3 1,-2 6 451,-3-3 0,-4 2-180,-7 6 1,-10 4 180,-11 0 1,0 3-1074,-7-3 1841,5 5 0,-34-45 0,-2-5 0</inkml:trace>
  <inkml:trace contextRef="#ctx0" brushRef="#br0" timeOffset="615">1571 189 7957,'28'1'0,"-1"3"0,5 3-50,-5 5 1,0-1-299,-3 1 348,0 5 0,-27 22 0,-6 11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1:43.648"/>
    </inkml:context>
    <inkml:brush xml:id="br0">
      <inkml:brushProperty name="width" value="0.06" units="cm"/>
      <inkml:brushProperty name="height" value="0.06" units="cm"/>
      <inkml:brushProperty name="color" value="#FF0066"/>
    </inkml:brush>
  </inkml:definitions>
  <inkml:trace contextRef="#ctx0" brushRef="#br0">1765 224 7992,'-6'-10'0,"0"0"0,-1 3 0,-3 3 259,2-4-101,3 5 1,-6-2-259,3 5 1,3 0 1,-1 1 12,2 3 75,2-3 1,-7 6-27,5-3 240,0-3 0,3 4-46,-3-5 152,3 0-116,-10 0 0,10-1 252,-3-3-339,-2 3 0,4-6 0,-3 5 369,0-2-314,4 0-11,-5 4-165,1-5 67,4 3 1,-6-3 71,3 5 1,3-1-39,-3-3 1,2 3-4,-2-3-50,2 2 0,-7 1-6,5-3 0,-5 3 4,1-3 1,-2 1-92,-2-1 0,-5 2 58,-3-6 0,-6 5 26,-1-1 0,-7-1 163,-1 1 0,-2 0-99,-6 4 0,-4 0 147,-4 0 0,-7 0-115,0 0 0,-5 2-45,-4 2 0,-5-2-10,6 6 1,3 0-79,8 4 0,6-4-9,-2-1 1,-3 1 84,-1 4 1,4 1-92,4 3 1,1-3 54,7 2 1,1 0 125,7 0 1,2-1-90,6 1 1,1-2-30,2-1 1,-2 0-25,2 0 1,2-1-137,-2 1 1,6 0-55,-2 0 0,4-1 54,5 1 1,-3 0-84,7 0 1,-1 3 54,4 1 0,1 1 41,3-1 1,2-2 48,6 6 0,0-5 127,0 5 1,3-4-69,1 3 0,4-1 151,-5 2 1,6 1-7,-1-5 1,-2 3-75,2-3 0,-5 4 88,5-5 0,0 5-66,3-4 0,1 0-25,-1 0 1,1-3 40,-1 3 0,6-4 0,2-4 0,3 5-83,2-6 0,-1 6 5,0-5 0,0 3 164,1 1 1,-1-1-122,0 1 0,0 0 55,1 0 1,4-1-50,3 1 0,4 0 82,4 0 0,-1-6-18,5-2 1,-2 1 103,2-1 1,3 0-103,-3-4 1,0 0-7,3 0 0,0-4-147,8 0 1,-2-4 83,-1 5 0,-5-1-102,-11 4 0,0 0 72,0 0 1,4 0-80,0 0 0,5 0 85,-1 0 1,2 4-11,2-1 1,-1 1-51,-4-4 1,4 4-12,-3 0 0,8 0 16,3-4 0,6 0 12,-1 0 1,2 0-68,-7 0 0,6 0-115,7 0 1,2 0 135,5 0 1,-9 0 20,-10 0 1,-5 0-75,5 0 1,0 4 130,3 0 1,-5 1 1,-2-1 1,-1-1-27,0 5 1,4-6-4,4 2 0,1 1-165,-1-1 1,3 0 98,-2-4 1,6 4-71,-6 0 1,2 0 5,-3-4 0,5 0 16,-1 0 0,0 4 69,-8 0 1,-2 1-10,-5-1 0,5-1-70,3 4 1,1 0 11,-2 1 0,-6 2 124,-5-2 0,1 2-59,7 2 1,10 0 120,6 0 1,-1 0-170,-7-1 1,-5 1-9,1 0 1,3-4 62,5-1 1,-1 0-5,-3 1 0,0 1-5,-1-5 0,5 4-40,-1-4 0,6 0 77,-2-4 1,3 0-224,1 0 0,-1 0 409,-2 0 0,7 0-51,0 0 0,1-4-132,-1 0 1,1-1 8,0 1 1,0 2 6,-1-2 1,-2 3-27,2 1 0,-2 0 13,-2 0 1,2 0-129,2 0 0,0 0 10,0 0 0,5 0-91,-9 0 0,4 0 124,0 0 0,-3 0-15,-1 0 0,0 0-31,-3 0 1,2 0-116,1 0 1,0 0 229,1 0 0,-1 0-68,0 0 0,5 0 167,-1 0 1,0 0-105,-4 0 0,1 0 188,-1 0 0,0 1-34,1 3 1,2-1 17,-3 5 0,3-6-127,-7 2 0,3 2-125,1-3 0,5 5-83,-1-4 0,4 4 55,-4-4 1,4 0-97,-3-4 0,2 1 77,-7 3 0,1-3 146,-8 3 0,5-2-20,-2-2 0,-2 0 174,-2 0 1,-4 0-31,-8 0 1,-4 0 171,-11 0 0,1 0 117,3 0 0,1-4-281,3 0 1,-2-1-96,-6 1 1,-4 2-42,0-2 0,-1-2 95,1-2 0,2 2-113,-1-2 1,1 1-131,2-1 1,-1-2 90,-3 2 0,-4 1 30,-7 0 0,-5 0 36,-7-1 1,-3-1-38,-5 5 0,-5-5 301,1 1 1,-5 2-78,1-2 0,-3 4 243,-1-4-238,0 0 0,0-4-94,0 1 1,0 3 46,0 0-277,0 0-169,0-4 127,-5 1-126,4-1 194,-5 0 1,2 4 26,0 0-68,1 6 72,3-3 1,-2 1 79,-2 0 22,3 0 32,-4 4 221,5 0 282,0 0-493,0-5-63,0 3-36,0-3-89,0 5 144,0 0 19,0-5-50,0 4 0,0-6-6,0 3-45,0 3 0,-2-4-56,-1 5-18,1 0-22,-3-6-77,5 5 138,0-4-309,0 5 152,0 0-378,0-5 15,0 3 220,0-3 209,0 5-29,0 0-80,0-5 0,0 4-555,-5-10 1,2 6 4,-5-3 834,0-8 0,-59-33 0,-29-14 0,29 14 0,0 0 0,0-1 0</inkml:trace>
  <inkml:trace contextRef="#ctx0" brushRef="#br0" timeOffset="1408">1988 471 8029,'-18'-35'683,"1"-1"1,5 6 1122,0 3 1,6 11-1045,2 4-813,2 9 1,8-3 0,4 6-629,8 0 0,3-1 372,11-3 1,3-2-276,4-6 661,6 0 0,-6-1 125,8-3 1,-5 2-1,7-4 364,1 1 0,5-3-299,0 4 0,6-3 488,2 3-461,-1 0 1,-7 6-1,0 1 217,1 1 1,10 1-205,0 0 0,10 1-126,-5 6 1,6 0-296,-3 0 1,15-1 276,1-3 0,10 3-177,-2-3 0,-46 3 0,0 1-159,1 0 0,0 0 1,4-2-1,2 0 78,4 0 1,0 0 62,-2 0 1,0 0-1,2 2 1,0 0-1,-1 0 1,1 0-13,4 0 1,0 0 0,1 0 0,-1 0 25,0 0 0,0 0 0,0 0 0,-1 0-79,-3 0 1,-1 0 0,2 0 0,0 0 125,1 0 0,0 0 0,3 0 0,0 0-43,-1 0 0,-1 0 0,-2 2 1,-1 0 64,-6-1 1,-1 2-1,3 1 1,0 1-27,2-1 0,0 0 0,-2-1 0,0-1 98,-3 0 0,-2 0 0,2 0 1,-1 1-21,-2-1 1,0 0-1,2 0 1,0 0-54,1-2 1,1 0 0,2 0 0,0 0-37,0 0 1,0 0 0,-1 0 0,0 0-1,1 0 0,0 0 0,2-1 0,0 1-73,0-2 1,0 0 0,3 1 0,0-1 52,-1-2 0,-1 0 0,3 1 1,-2-2 16,-2-1 0,0 1 0,0 0 0,-1 2-35,3-1 0,0 0 1,0 1-1,-1-1 21,-5 1 1,0-1-1,2-1 1,0 0 3,-4 3 0,-1 0 0,-1 0 1,-1 1-189,46 1 0,-3 1 234,-1 3 0,-9 2 13,-2 6 0,-10 1 176,-3 3 0,6-3-49,-1 3 1,-1 1-256,0-2 0,-7 1 24,-4-4 0,1 2-116,-1-2 0,4 2 28,0-6 0,1-1 108,-1 0 0,-1 0 105,-7 1 0,-3-2 325,-9-2 0,10 3-243,1 5 0,10 3-101,-5 1 0,1 1-160,-13-1 0,-1-3 481,-7 2 1,6 2-192,-2-1 0,3 5 67,-3-2 0,3 0-264,-3 0 0,1-4 48,-9 0 1,1-2-146,-5-1 1,-4 4 16,1 0 0,-1-2 72,4-6 0,-3 1 10,-1-5 1,0 5-93,5-1 0,-1-2 395,0 2 0,0 0-61,1 4 1,-2 0-141,-3-1 0,2 0 42,-6-3 1,1 2 113,-5-2 1,-1-2-514,-2 2 0,1-1 126,-6 1 1,-3 2-394,-4-2 150,-5-3 271,7 6 1,-7-6-58,5 3 36,-6 2 1,3-3-62,-5 4 277,6 1 1,-1 4 47,3 0 1,-2 1-31,-2-2 1,-3 0-198,3 4 0,2 1 58,-3 3 0,1 1 142,-4-1 1,0 1-127,0-1 1,-1 1-170,-3-1 1,-1 1 110,-3-1 1,-6-3-212,2 0 0,-2-2 161,2 2 1,-4 0 9,0-4 0,-3 1 216,3-1 1,-5-3-149,2 3 0,-2-3 125,1-2 0,-2 1-72,2 0 0,-6 0-16,-1-1 0,-7 2 8,-1 3 0,-2-3-192,-6 3 0,-5-2 105,-7 2 1,-2 1 39,3 3 0,1 0 37,6-4 0,0 4-61,0-5 1,1 5 68,3-4 0,-1-1-32,5-3 0,-4-1 16,3-4 0,1 3-3,4-7 1,1 1-11,3-4 0,1 0 169,2 0 1,3 0-98,-2 0 1,-2 0 137,2 0 1,-2-1-88,2-3 1,2 3-43,-3-3 0,0 3-70,0 1 1,1-4-120,3 0 0,1 0 51,-1 4 0,-5 0-142,-2 0 1,-4 0-602,-5 0 1,-9 0 347,-14 0 0,-15-1-2135,-20-3 2447,43 4 0,-7-2 0,-20-4 0,-14-4 0,-3 0 0,18 4 1,0-1-1,0 1 0,0-1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1:50.289"/>
    </inkml:context>
    <inkml:brush xml:id="br0">
      <inkml:brushProperty name="width" value="0.06" units="cm"/>
      <inkml:brushProperty name="height" value="0.06" units="cm"/>
      <inkml:brushProperty name="color" value="#FF0066"/>
    </inkml:brush>
  </inkml:definitions>
  <inkml:trace contextRef="#ctx0" brushRef="#br0">260 100 8099,'-6'-11'-611,"4"-1"696,-6 0 1,1 4 526,0 0 1,-4 0-134,3-3 0,2 3 136,-2 0 0,4 5-338,-4 0-121,5-4 0,-3 7-724,2 0 424,3 5 1,-4 8 0,3 3-479,-2 4 443,3 2 1,-4 5 0,5 2-284,0 1 1,-4 1-47,0 5 1,-4-1-157,4 0 0,-4 0 664,4 1 0,-20 15 0,-3 4 0</inkml:trace>
  <inkml:trace contextRef="#ctx0" brushRef="#br0" timeOffset="133">1 488 8099,'6'6'-931,"0"-5"633,-1 9 1,1-4 297,6 1 0,31 9 0,8-3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1:58.115"/>
    </inkml:context>
    <inkml:brush xml:id="br0">
      <inkml:brushProperty name="width" value="0.06" units="cm"/>
      <inkml:brushProperty name="height" value="0.06" units="cm"/>
      <inkml:brushProperty name="color" value="#FF0066"/>
    </inkml:brush>
  </inkml:definitions>
  <inkml:trace contextRef="#ctx0" brushRef="#br0">24 83 8257,'-8'-23'0,"1"4"180,2 3 1,1 7-716,4 1 40,0 5-162,0-2 0,1 10 657,3 3 0,2 8 0,3 4 0,-1 2 0,-1 7 0,5 2 0,0 3 0,47 33 0,-24-30 0,0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1:58.391"/>
    </inkml:context>
    <inkml:brush xml:id="br0">
      <inkml:brushProperty name="width" value="0.06" units="cm"/>
      <inkml:brushProperty name="height" value="0.06" units="cm"/>
      <inkml:brushProperty name="color" value="#FF0066"/>
    </inkml:brush>
  </inkml:definitions>
  <inkml:trace contextRef="#ctx0" brushRef="#br0">94 1 8033,'-42'64'0,"-10"13"0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1:59.498"/>
    </inkml:context>
    <inkml:brush xml:id="br0">
      <inkml:brushProperty name="width" value="0.06" units="cm"/>
      <inkml:brushProperty name="height" value="0.06" units="cm"/>
      <inkml:brushProperty name="color" value="#FF0066"/>
    </inkml:brush>
  </inkml:definitions>
  <inkml:trace contextRef="#ctx0" brushRef="#br0">1 592 8121,'0'-24'0,"0"1"63,0-1 1,5 2 23,3 3 1,7 3 29,5 8 0,2 4 697,2 8-701,4 3 1,-1 6-114,4 2 1,-1 4 0,3 4 185,-2 1-189,-5-1 0,4 2 0,-4 1 301,2 2 1,3-1 9,-3-3 1,-1-1 27,-3 1 0,-1-1 25,1 1 1,-2-5 293,-3 1 1,2-6 121,-5 2 0,0-3-296,-5-1 1,1-6 221,0-2 0,0-3-251,-1-1 1,8-2 20,4-6 1,14-14-522,14-21 0,21-20-231,-27 20 1,4-4 0,9-11 0,3-3-848,-14 13 1,1-2 0,2-1 1125,1-4 0,2-1 0,1 0 0,5-5 0,2 0 0,0 0 0,0-2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2:07.982"/>
    </inkml:context>
    <inkml:brush xml:id="br0">
      <inkml:brushProperty name="width" value="0.06" units="cm"/>
      <inkml:brushProperty name="height" value="0.06" units="cm"/>
      <inkml:brushProperty name="color" value="#FF0066"/>
    </inkml:brush>
  </inkml:definitions>
  <inkml:trace contextRef="#ctx0" brushRef="#br0">48 83 7929,'0'-7'-1701,"-2"1"1459,-2 2 242,3 3 0,-4-6 206,5 3-110,0 3 4,0-4 0,0 3-222,0-2 122,0 3 0,-5-20 0,-2 2 0</inkml:trace>
  <inkml:trace contextRef="#ctx0" brushRef="#br0" timeOffset="440">24 118 7286,'-12'-27'0,"1"-5"0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2:10.823"/>
    </inkml:context>
    <inkml:brush xml:id="br0">
      <inkml:brushProperty name="width" value="0.06" units="cm"/>
      <inkml:brushProperty name="height" value="0.06" units="cm"/>
      <inkml:brushProperty name="color" value="#FF0066"/>
    </inkml:brush>
  </inkml:definitions>
  <inkml:trace contextRef="#ctx0" brushRef="#br0">379 141 8991,'-2'-22'0,"-2"-4"738,-4-3 0,3 6-505,1 7-233,-2 3 255,4 7 112,-3 0 0,5 13-434,0 5 0,0 11 170,0 12 1,0 9 0,0 10 504,0 9 1,0 10-523,0 6 1,-1 7-395,-3 4 0,-3 3-477,-4 1 1,-4-5 366,4-3 0,-6-10-689,9-10 1,-1-13 335,5-18 0,2-10 771,-2-10 0,-2-69 0,-1-20 0</inkml:trace>
  <inkml:trace contextRef="#ctx0" brushRef="#br0" timeOffset="216">14 729 8214,'-5'-6'638,"-2"1"1,6 7-542,5 6 0,10 10-187,6 14 1,7 8 1242,5 7-861,2 6 1,2 8-1,2 3 1251,1 3-1127,-5 4 1,-5-12-1,-6-1 202,1-10 0,-2-13-398,-2-11 0,1-11-14,-6-9 1,6-5-130,-1-7 0,9-8 22,6-15 1,7-14-455,9-17 194,7-14 1,-27 29 0,0-3 0,2-4 0,-1-2-553,1-3 1,-2-2-1,2-5 1,-2-1-1062,1-3 1,-1-1 1773,-1 1 0,0-1 0,4-5 0,-1-1 0,-3 1 0,-1-1 0,-1-2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2:23.507"/>
    </inkml:context>
    <inkml:brush xml:id="br0">
      <inkml:brushProperty name="width" value="0.06" units="cm"/>
      <inkml:brushProperty name="height" value="0.06" units="cm"/>
      <inkml:brushProperty name="color" value="#FF0066"/>
    </inkml:brush>
  </inkml:definitions>
  <inkml:trace contextRef="#ctx0" brushRef="#br0">424 89 7849,'0'-6'1509,"0"-1"56,0 3-488,0 3-600,0-4-427,0 0-524,0 3 446,0-3 1,-4 6 0,-1 5-68,-1 5 1,2 4-154,-4 8 0,1-1 72,-1 10 0,2-1-59,2 4 1,3-4 127,-3-4 0,6-2 101,2-2 0,5 0 65,-1-4 0,7-3 89,0-8 0,2-3-12,-1-5 0,-2-5 129,6-3 0,-6-8-103,2-3 1,-4-4-66,-4 0 1,1-6-7,-5-2 1,-2-3-208,-6-2 0,-7-3-356,-9 0 1,-9-3 257,-6 7 214,-16 8 0,-31 32 0,-16 14 0,24-5 0,1-1 0,-1 1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2:27.465"/>
    </inkml:context>
    <inkml:brush xml:id="br0">
      <inkml:brushProperty name="width" value="0.06" units="cm"/>
      <inkml:brushProperty name="height" value="0.06" units="cm"/>
      <inkml:brushProperty name="color" value="#FF0066"/>
    </inkml:brush>
  </inkml:definitions>
  <inkml:trace contextRef="#ctx0" brushRef="#br0">342 12 8225,'-25'0'0,"-3"-1"0,-3-2 0,-3-1 122,4 0 0,-3 4 0,6 0 132,1 0 0,2 0 585,5 0 0,2 0 68,5 0-517,0 0 1,4 4-59,0 0 0,6 5-376,-2-1 0,2 6 97,2 2 0,0 5-139,0-1 0,0 3 20,0 5 0,2 6 41,2 5 1,2 10-116,6 2 1,1 2-79,3 2 1,3-2 22,9 2 1,2 0 104,5-8 0,7-4-125,5-12 0,0 1 157,4-9 1,6 1-4,2-12 1,8-3 228,0-9 0,8-7-277,8-5 1,-2-5 223,1-6 0,-9-1 82,-6 1 0,-2 1 167,2 2 1,3-2-104,-7 2 0,-3 3-43,-13 2 0,-4 3-99,0 4 0,-1-3-162,1 4 0,-2 1-101,-6 3 1,4 1 114,0 2 0,5 0 116,-5 0 0,0 2-182,-4 1 1,1 0 3,-1 5 1,0-4 85,0 4 0,2-4 115,2 3 0,-1 1-97,5 4 0,-5 0 16,1 0 0,-3 3 42,-5 1 0,-2 3-50,-6-3 0,-5 5 108,-2-1 0,-4-2-40,-4 2 1,1-2 6,-5 1 1,1 4-23,-1-4 0,-3-2 23,3-1 0,-1-4 109,1-4 11,-3 2-279,4-9 1,-3 5 208,1-6 430,-1 0-484,3 0 1,-1-2-203,0-2 1,5-4 249,-1-7 1,2 0 121,2-4 0,1-1-218,3-3 1,1-1-154,2 1 0,5 3 187,-1 0 0,1 5-68,3-5 0,3 2-753,2-2 0,0 3 450,0 6 0,0-1 227,-4 0 0,-1 2-124,-3 2 1,-1 2 4,1 6 1,-1 0 114,1 0 1,-1 0 141,1 0 1,3 0 7,1 0 0,4 2-13,0 2 0,6 1 62,1 3 0,-4 2-59,-3-2 1,-2 4-50,1 4 0,2-3-7,-6 2 0,1 2 5,-5-1 1,1 1-20,-1-1 1,4-3-4,1 2 0,3 2 52,-3-1 1,3 1-46,-3-1 0,7-3 60,-4 2 1,2 2-38,-6-1 1,-2 1 4,3-1 0,0-3 43,0 2 0,-1-5 117,-3-3 1,4 0-198,4 1 1,3 1-82,4-5 0,-1 1 155,5-1 0,0-3-32,4 3 0,-1 1-260,-3-1 0,-1 0 31,-3-4 1,-1 2 17,5 2 0,4-3 181,4 3 0,2 1-18,-3-1 1,3 4-3,2-4 0,0 4 7,-8-5 1,3 3 103,-2-2 1,4-3-59,7 3 1,7-3 21,1-1 1,3 0-15,-7 0 0,5-1 5,-1-3 1,10-1-166,1-3 0,1-3 135,-9 4 1,-1-5-64,-2-4 1,2 3-6,-2-3 0,1-1 152,-2 2 1,2-2-97,-5 1 0,4-1 161,-4-3-83,-1-2 0,4 4 0,3-4 159,4 2 0,-1-1-139,-9 6 1,-2-1 9,-10 4 1,5-4 244,-1 1 1,6-6-96,2 1 1,-1 3 34,-8 2 0,0 0-66,-3 0 1,2 1 236,6-1 1,0 2-137,0 1 0,-6 0-179,-2 0 1,-4 2 24,-3 2 0,-9-1 144,-8 5 0,-6-4-146,-1 4 1,-10-4 186,2 5-2242,-8-1 1410,1 4 0,-5-2 0,0-2-469,0-3 0,-5-4-125,-3-1 1,-8-5-1522,-3-2 2576,-3 2 0,-33-16 0,-8 2 0</inkml:trace>
  <inkml:trace contextRef="#ctx0" brushRef="#br0" timeOffset="2308">2611 1094 11240,'0'16'-103,"0"-1"153,0 6 0,0 3-298,0 7 0,0 3 0,0 1-178,0 1 0,0-6-224,0-3 1,0-3-863,0-5 845,0-2 667,0-10 0,-4-49 0,-2-31 0,-1-2 0,1-1 0</inkml:trace>
  <inkml:trace contextRef="#ctx0" brushRef="#br0" timeOffset="2440">2799 682 9365,'0'19'-163,"0"34"0,0 15 0,0 3 0,0 1 0</inkml:trace>
  <inkml:trace contextRef="#ctx0" brushRef="#br0" timeOffset="2750">2905 1188 9357,'1'6'3772,"3"-2"-3769,-2 3 1,3-4 10,-5 4 0,4 1-3,0 4 0,0 0 89,-4 0 0,0 1-74,0 2 1,1-2-820,3 3 401,-3-3 1,4-1-587,-5 0 523,0-1 289,0-4 0,4-5 107,0-9 1,5-6 238,-1-11 0,3 1 141,0-1 1,1 1-181,0-1 0,0 6 78,-1 2 1,1 7 19,0 1 0,-4 7-105,0 1 0,-1 8 27,5 11 1,-1 6 122,-4 10 0,-1 6-239,-6 2 1,0 7-169,0 1 1,-4-6-1388,0-6 0,0-7 1510,4-5 0,21-39 0,5-10 0</inkml:trace>
  <inkml:trace contextRef="#ctx0" brushRef="#br0" timeOffset="3558">3587 1282 7965,'7'-5'414,"-1"2"56,-2-5 1,-3 1-59,3-5 1,-1-1 265,1-3 1,-3 2-418,3-6 0,-4 2-18,-4-2 1,-1-2 10,-3 2 1,-6 3 15,2 2 1,-2 3 0,2 4 1,0-1 15,0 5 1,1 5-1,-1 7 1,-1 9-102,-3 7 1,3 4-1,-3 8 0,3 4-36,1 3 1,5 3 76,-1 1 1,5-1-497,-1-3 0,3-8-198,1-7 1,5-9-460,3-3 1,8-8 348,3-4 1,9-11-203,3-9 0,4-7 285,5-12 1,1-10 52,6-2 0,0-2 394,0 2 0,-1-3-48,-3 3 1,-7-2 212,-9 10 0,-11 7-149,-5 8 0,-7 6 817,0 6 0,-8 6 774,-3 2-605,-4 2 0,-1 4-538,1 2 1,-1 2-385,0 6 0,-1 5-173,-3 2 0,3 5 179,-2 3 0,-2 3-196,1 6 0,0-1 42,4 0 0,2 4-106,2 1 0,-1 3-122,5-4 0,1-1-229,7-7 1,8-3 99,8-9 1,3 1-248,5-8 1,-1-6 188,8-14 1,-2-5 156,6-10 0,0-10 746,-3-2 1,0-4-278,-8-1 0,-1 5-79,-3 0 0,-6 1 229,-2 6 0,-8 2 834,-5 7-695,-1 2 0,-7 6 55,-3 3 0,-7 3-76,0 5 1,-2 0-144,1 0 0,-1 5-314,-3 3 1,-2 7 11,3 0 0,0 6-12,0-1 1,0 6 116,0 1 0,2 5 3,5-5 1,6 6-114,2-2 0,-2 2 81,2-2 1,6-2-325,6-6 1,7-6 120,5-5 1,3-1-376,5-7 0,-1-7 95,9-9 0,-4-6-68,7-10 0,3-3 229,1-8 1,-6-3 154,-2-5 0,-7 4-81,-1 0 0,-7 6-19,-5 2 0,-7 10 1778,-4 9 259,-3 9-224,-1 1 1,-1 8-910,-3 2 0,-2 2 385,-6 6 0,0 10-324,0 6 0,-5 6-30,-2 5 1,1 6-347,-2 6 0,0 10-238,-3-3 1,-1 5-37,1 0 0,3 1 67,1 2 1,0 5-470,0-8 1,3-5-352,8-14 1,3-10-2308,5-11 1875,0 1 1,0-18-453,0-2 1,1-14 1593,3-14 0,10-52 0,5-23 0,-4 26 0,-1 1 0,1-1 0</inkml:trace>
  <inkml:trace contextRef="#ctx0" brushRef="#br0" timeOffset="3716">4434 1235 8582,'23'-16'0,"-1"1"2176,-2 0 1,-3 4-998,-5 3-179,-6-3-601,5 10 0,-10 2-93,3 11 0,-3 5 312,-1 6 0,-5 10-307,-3 2 0,-7 12-262,-5 0 1,-2 7-405,-2-3 0,-3 4-676,-1-4 0,-3-5 7,4-7 0,-1-9-1001,5-7 1,-1-10 2024,1-9 0,15-55 0,4-14 0</inkml:trace>
  <inkml:trace contextRef="#ctx0" brushRef="#br0" timeOffset="6033">4681 1400 7712,'-12'6'4673,"0"5"-3865,0-5 0,6 2-156,2 0 1,3-4 0,1 4-559,0 1-186,0-4 0,1 4 0,4-4-350,7 2 0,5-5 296,6 2 1,6-4-160,3-4 0,2-3-29,1-9 0,0-2-411,0-6 1,-5-3 519,-2-1 0,-5-4 7,-3 0 1,-4 0 358,-9 0 0,-1 3 159,-6 6 1,-7 5 339,-5 2 1,-3 4-348,-5 4 0,-3 6 67,-1 10 0,-1 6-57,-6 13 1,5 5-64,-2 7 1,4-1 73,0 5 0,2 0-93,2 4 1,4-1-328,9-3 1,1-4-157,6-7 0,3-5-305,5-7 1,1-5 242,11-7 0,1-5-173,6-11 0,3-3 249,5-12 1,1-3 155,-1-9 1,0-1 168,0 1 0,1-4-101,-1 0 0,4 1 428,0 6 1,3 9-87,-7 7 0,2 8-27,-10 4 1,-2 8-103,-9 4 0,-2 9-120,-10 7 1,0 4 80,-4 8 1,-1-1 97,-3 0 1,-3-3-65,-4-1 1,-1-5-143,0 1 0,0-4 186,1-8-244,4 1-421,-3-15 0,8-1 125,-2-7 0,4-7-307,4-5 0,4-2 244,8-10 1,-2 1-112,6-2 0,-2 3 597,2 6 1,-3 5-129,-6 2 0,1 4-14,0 4-2,-5 3 0,2 16 11,-5 4 1,0 7 312,-4 6 1,-4 2 242,0 5 0,-4 1-571,4-1 1,0-1-494,4-3 1,0-7-792,0-9 0,5-3 599,3-4 1,8-5 294,3-11 0,4-7 277,0-12 1,6-3 214,2-5 1,2-1 226,-2 1 0,3 1 494,-2 3 1,1 2 503,3 5 1,-6 2 247,-3 3-480,-7 2-345,-8 10-5,-7 2-27,-5 5-338,-5 5 0,2-4-147,-5 3 0,6-1 0,-2 1 1,-3 1-109,-1 3 0,-1 6 73,1-2 1,-2 2-172,2-2 0,-2 1 83,-2 3 1,1-2-688,3 6 0,-2-4 119,2 3 0,2-4-69,-2 0 0,4 2-37,-4-1 0,5 0-1329,0-5 1368,1 1 1,2 0-72,0 0 1,5-6 124,3-2 0,4-3 152,4-1 1,-2-4 318,6 0 0,-6-6 27,2-2 1,-3 1 40,-1-5 1,2 3-153,-2 1 1,2-2 57,-6 2 1,-2-2 112,2 6 1,-4-3 278,4-1-613,-5 1 95,2-1-207,-5 0 186,0 0 201,0 6-94,0-5 225,0 10-107,0-4 1,0 4 370,0-3-155,0 2-101,0-3 0,0 4-74,0-3-11,0-3 1,0 0 26,0-1 6,0 0 0,4-4 2,0 0 1,1 2-39,-1 2 0,-2-6 13,6 2 0,-5-2-128,1 2 0,1-1 79,-1-3 0,4-1-153,-4-3 1,0-2 98,-4 3 0,4-4 86,0 0 0,-1-1 67,-3 1 0,0 1 176,0 2 0,0-1-55,0 5 1,0 1 94,0 3 1,-1 2 440,-3 2-31,3-3-399,-4 10 31,5-4-173,0 5-13,-6 5 0,5 2 3,-3 4 0,-1 1 8,1 0 1,-4 3 164,4 1 1,-4 5-31,5-1 0,-7 6-87,3 1 1,-3 10-189,3-2 1,-4 4-113,3 1 1,-2 1-243,-2 6 0,6-1 108,2-3 1,-2-2-245,2-6 1,2-5 46,6-3 1,-2-7-244,6-4 0,4-7-160,4-1 1,5-6 320,-2 2 1,3-4 73,2-4 1,-1-3 162,1-9 1,3 1 49,1-4 0,3 3 203,-3-3 1,0 0 264,0 0 1,1-4-53,2 4 1,2-3 293,-6-2 1,0 1 365,-3-1 0,-6 5-350,-2-1 1,-4 2 357,-4-2-533,-3 3 1,-10 7-58,-3 2 0,-3 3-36,-1 5 1,-1 0 103,-2 0 1,-4 6-69,-4 6 1,-1 1 89,1 6 1,-1 2-15,1 7 0,1-2-101,2 5 1,-2-3-304,2 3 1,7-5-16,1 2 0,5-3-24,-1-2 0,3-1-217,5-2 1,1-4-616,3-9 0,2-1 219,6-6 0,1-2-351,3-2 0,2-3 461,6-9 1,3-4 207,0-7 1,1 2 11,-5-2 0,0 6 108,-4 1 1,-2 6 186,-5-2 1,0 4 195,-1 4 0,-3 3 477,0 5 0,-5 1-84,1 3 1,-3 7 455,-1 5 1,0 4-333,0 0 0,-1 2-287,-3 2 1,2-2-765,-1-2-146,-4-3-485,6-6 780,-5-4 1,6-8-141,0-11 0,6-7-335,2-8 1,6-2 246,2-2 0,1 2 1166,-2 6 0,0-1-466,4 1 1,-4 6 414,0 5-450,-2 5 1,-2 9 4,-3 2 0,-3 7-36,-5 9 1,0 3 120,0 5 1,-5-3-48,-3 2 0,1 2-94,-1-2 0,5-4-687,-5-8 0,5-2 280,-1-1 0,3-4-504,1 0 0,0-7 358,0-1 0,1-5 133,3-7 0,7-5 170,4-3 0,1 2 137,-4-1 0,-2 4-116,-2 0 1,2 3 148,-2 4 1215,-3-3-903,6 10 1,-10-1 279,3 9 1,-3 3-297,-1 9 0,0 1-168,0 3 1,-3 1-447,-1-1 0,0-3-659,4-1 0,0-4-917,0 1 1335,0-3 0,5-7-912,3-2 0,7-14 706,5-10 1,4-7 698,3-9 0,-1-4 84,5-3 1,1-3 71,3-1 0,4 1 223,0 3 1,1 8 502,-5 7 0,-1 10-141,-3 6 0,-3 2 443,-9 6 1,-3 5-561,-8 7 0,1 9-270,-5 7 0,0 0 177,-4 8 0,-4 4-206,0 7 0,-5-1-121,1 1 0,-1-1-218,1 1 1,-6-3-263,2-9 0,-2 0-1464,2-7 1,0-1-1947,0-11 3686,-5-3 0,-27-45 0,-12-10 0</inkml:trace>
  <inkml:trace contextRef="#ctx0" brushRef="#br0" timeOffset="6165">6609 1517 7617,'12'0'0,"0"2"4893,-1 1 0,1-1-2562,0 2 1,5-3-841,3-1 1,8 0-730,8 0 1,5 0-228,10 0 0,3 0-1389,5 0 0,-10 0-3515,-2 0 4369,-13-5 0,-21-2 0,-15-5 0</inkml:trace>
  <inkml:trace contextRef="#ctx0" brushRef="#br0" timeOffset="7066">7962 1470 7795,'0'-12'1172,"-6"1"293,5-1 0,-4 4 575,5 0-523,-5 6-1135,3-4-341,-3 6 0,5 2 1,0 3-71,0 7 59,0 5 1,0 7-1,0 3 101,0 0 1,5 1-79,3-5 0,-1-1-371,0-2 1,1 1 102,4-6 0,1 0 13,3-7 0,-2-3 234,6-5 0,-1-3 226,5-5 1,5-10-249,2-13 1,2-5 34,-2-3 0,0-1-1344,-7-3 1,1 3 340,-10 9 1,-4 8-1066,-7 7 2023,-3 8 0,-6 66 0,-2 20 0</inkml:trace>
  <inkml:trace contextRef="#ctx0" brushRef="#br0" timeOffset="7558">8479 1400 7795,'0'-12'0,"4"0"763,0 0 0,0 1 1048,-4-1 1,0 4-456,0 0-583,0 6-849,0-4 0,-2 9-29,-2 5 0,-2 5-39,-6 10 1,0 5 132,1-1 1,-1 5-35,0-5 1,2 0-177,2-3 1,1 0-525,3-1 1,3-5 67,-3-2 0,4-8 273,4-4 0,4-3 96,8-1 0,-2-10 63,6-6 1,-1-10 14,5-6 0,-1 0 71,1 0 0,-6 4 115,-2 4 1,-7 3-22,-1 6 1,-6-1 216,2 8 0,-2 4 427,-2 4 1,-2 11-307,-2 8 0,-1 9 380,-3 3 0,-2-1-320,2 1 1,1-4-177,0 0 1,4 0-62,-1-3 0,3-3-287,1-9 240,0-1 0,5-4-97,3-3 1,6-13 529,2-7 0,5-10-200,-2-6 1,7-1 159,2-3 0,1 5-139,-2 0 1,-3 6-217,-1 1 0,-1 3 204,-6 9-323,0-2 147,-10 13 0,-1-3-19,-5 8 0,0 2 118,0 6 1,-1 1-115,-3 3 1,3-2 140,-3 6 1,3-6 96,1 2-125,0-3 1,0-1 75,0-1-224,0-4-44,0 3 0,5-8-207,3 2 1,6-4-454,2-4 1,3-3 297,-3-5 1,5-1-3033,-1-2 1623,2 2 1750,1-4 0,6-16 0,1-5 0</inkml:trace>
  <inkml:trace contextRef="#ctx0" brushRef="#br0" timeOffset="8043">8938 1411 8064,'-6'12'1406,"5"-5"1,-6 2-409,4-5 0,0 5-669,-5-1 0,4 2-265,-4 2 1,2 1 0,-3 1-149,1 2 35,0 0 1,0-4 0,2-1-14,0 1 0,1 0 301,1 0-147,3-6 51,-4-1 103,5-5 0,1-1-297,3-3 1,-1-6 97,4-6 1,1-4-1175,4 5 649,5-6 1,-4 8 0,3-3-851,-3 3 1,-1 1 685,-1 0 1,2 5-447,3-1 1088,-3 5 0,20-2 0,-2 5 0</inkml:trace>
  <inkml:trace contextRef="#ctx0" brushRef="#br0" timeOffset="8200">9137 1411 7705,'0'12'752,"2"-4"1253,2 0 1,-3-4-992,3 4 1,-3-1-247,-1 5 1,0 4-634,0 0 1,-4 4-515,0 0 1,-3 1-380,3-1 1,-4 0-991,4-4 1,0 0 1747,4-4 0,10-42 0,3-11 0</inkml:trace>
  <inkml:trace contextRef="#ctx0" brushRef="#br0" timeOffset="8340">9431 1094 7705,'7'5'3168,"-2"-4"1,-5 11-3879,0 0 1,-5 5 275,-3 6 434,3 1 0,-11 52 0,3 13 0</inkml:trace>
  <inkml:trace contextRef="#ctx0" brushRef="#br0" timeOffset="8675">9514 1317 18013,'-12'6'137,"-1"1"-144,-3 9 1,-6 4-174,-5 7 1,-6 4 75,2 9 0,2-4-117,1 3 0,5-3-958,3-5 633,3-2 0,11-11-368,2-2 0,12-8 458,3-4 0,10-10 153,3-5 1,1-6 91,6-7 1,-5-3-1,2-1 0,-1-3 68,-3 3 0,2 1 120,-7 3 1,-6 6 249,-1 2 0,-7 5-37,3 3 658,-5 3-608,2 5 0,-10 10 1,-3 6 187,-3 5 1,4 6-279,-1 1 0,0 3-189,-4-4 0,4 1-327,1-5 0,4 0-2133,-1-4-109,-3-7 2608,6-7 0,27-83 0,-6 29 0,-1 0 0</inkml:trace>
  <inkml:trace contextRef="#ctx0" brushRef="#br0" timeOffset="9026">9737 1117 7654,'28'-11'613,"-1"-1"0,-5-2-61,-6 2 2151,-3-3-1137,-6 14-1079,-2-4 1,-5 6-219,0 3 0,0 3-57,0 4 0,-4 2 43,0 3 0,-5 1 110,1 3 1,-3 2-233,0-2 0,-1 2 67,0 1 0,-3 2-182,-1 3 0,0-2-226,4 5 0,-3 0-316,-1 5 1,-4 3 341,5 0 1,-1 0-23,4-3 0,1-3-6,-1-1 1,5-5-283,3-7-413,3-8 575,1-7 1,1-10-61,3-3 261,3-8 1,6-2-1,1-6-64,2 1 0,5-1 34,-2 1 0,4 3-10,0 1 0,-3 8 41,-1-1 0,0 4 84,0 1 448,-2 1 0,-6 13-254,-3 5 0,-3 1 578,-5 6 0,-2 1-577,-1 4 0,-8-1-524,-5 1 0,-5-2-341,2-3 1,-2-3-1960,1-8 2673,-2-3 0,-12-89 0,13 32 0,-1 0 0</inkml:trace>
  <inkml:trace contextRef="#ctx0" brushRef="#br0" timeOffset="9383">10125 1047 7650,'7'0'1231,"3"5"1,-9 3-273,3 8 0,-9 2-493,-7 5 1,-1 10-376,-6 2 1,-1 12-212,-3 0 0,-1 7-457,1-3 1,4 5 215,4-1 0,3 0-244,4-4 0,4-7 220,8-12 0,4-9 29,8-7 1,2-4 73,5-5 0,1-1 394,-1-6 0,1-2 430,-1-2 1,1-2-193,-1-6 1,1-5 253,0-2 1,-5-4-153,1 0 0,-6-5 168,2 1 0,-8 0-725,-4 3 1,-4-1 120,-4-2 1,-4 1-162,-8-6 0,-2 10 60,-6-2 0,1 10-22,-1 2 1,1 6 148,-1 6 1,5 8 194,-1 7 1,6 9 48,-2 11 0,4 4 500,4 1 1,3 4-446,5-1 0,11 3-134,4 1 1,10-1-890,3-3 0,8-9-8,-1-11 0,5-5-1265,-1-6 1955,-3-5 0,-26-44 0,-14-15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2:38.273"/>
    </inkml:context>
    <inkml:brush xml:id="br0">
      <inkml:brushProperty name="width" value="0.06" units="cm"/>
      <inkml:brushProperty name="height" value="0.06" units="cm"/>
      <inkml:brushProperty name="color" value="#FF0066"/>
    </inkml:brush>
  </inkml:definitions>
  <inkml:trace contextRef="#ctx0" brushRef="#br0">130 294 13256,'-5'17'642,"4"7"0,-10 9 0,3 10-541,-2 8-134,-2 10 0,0 6-117,1 7 1,-1-2 0,0 1-649,0-5 347,6-9 1,-3-17 0,5-11-3072,1-5 3522,2-7 0,11-76 0,3-22 0</inkml:trace>
  <inkml:trace contextRef="#ctx0" brushRef="#br0" timeOffset="242">60 83 7807,'11'-12'0,"-3"4"0,0 0 0,-4 4 646,4-3 1,-4 4 790,4-1 0,-1 3-508,5 1 0,7 6-482,4 6 1,2 1-504,6 7 1,-3-1-33,3 5 1,-6 3 107,-2 1 0,0 4 67,-8 0 1,-4 2-1,-7 1 0,-6 4-61,-6 0 1,-1 4-159,-10-3 0,-1-2 13,-3-7 1,-1-2 113,1-6 0,4-2-241,4-5 0,2-6-242,1-10 0,0-1-304,0-3 1,4-4 199,1-8 1,4-3-238,-1-9 0,8 4 232,4-4 597,2-2 0,49-16 0,12-8 0</inkml:trace>
  <inkml:trace contextRef="#ctx0" brushRef="#br0" timeOffset="467">601 130 7807,'11'-5'0,"1"-3"405,0 3 1,-4-1 1404,0 6-469,-6 0 0,3 7-637,-5 5 1,0 5-209,0 6 0,0 2-79,0 2 1,0-1-35,0 6 1,-1-2-93,-3 1 1,3-6 49,-3-5 1,-1-6 115,1 2-228,0-3 0,3-7-148,-3-2 0,2-9 90,-2-7 0,4-7-653,4-13 0,3 0-355,5-11 1,3 6-737,1 2 0,4 1 351,-5 6 1,2 5-1940,-1 3 3161,-3 11 0,20 9 0,-2 13 0</inkml:trace>
  <inkml:trace contextRef="#ctx0" brushRef="#br0" timeOffset="1316">906 365 7780,'0'8'0,"0"0"0,2-2 2188,2 2-1588,-3 3 1,8-9-1,-4 5-119,2-2 1,1 3-520,3-4 0,2 0-328,3-4 1,-2-2 21,6-2 0,0-7-242,3-9 1,1-5 53,-1-6 0,-4-1 229,-4-7 1,1-1-11,-4 1 1,-3 1 158,-9 6 1,0 0 368,0 4 0,-9 6 48,-3 6 1,-2 8 319,2 5 1,-4 3-183,0 3 0,-3 9 158,3 8 0,-3 3 108,3 5 0,-4 2-237,5 5 1,-5 0-231,4 1 0,5-1-79,3 0 1,5-1-131,-1-2 0,3-1-53,1-8 1,5 2-303,3-9 0,9-6 85,6-6 0,2-2-277,7-2 0,-1-3-287,4-5 0,1-5 310,-1-10 1,4-1 229,0 1 1,-1-2 131,-7-3 0,2 3 76,-5-2 0,-2 2 172,-7 2 0,-2 3 417,-5 0 1,-4 7 565,0 2-484,-6-1-200,4 5 0,-8 1-85,-2 2 0,2 3-170,-6 1 0,0 0 133,-4 0-145,1 0 1,-5 0 33,0 0 0,0 1 88,5 3 0,-1 2 36,0 6 0,0 4 199,1-1 0,-1 6-47,0-1 0,0-2-151,1 2 0,0-1-335,3 5 0,3-2-229,5-2 1,0 1-915,0-6 910,0 1 0,9-9-194,3-4 1,9-6-86,2-5 0,5-12-334,3-3 1,3-13 410,-2 1 0,0-3 164,0 3 1,-1-3 380,-8 3 0,4-2 242,-8 10 1,-2 1 306,-1 6 1,-7 3-93,-1 5 335,-6 6 50,4 0-228,-12 6 1,4 2-215,-6 2 0,4 2-44,-4 6 0,0 1 48,-3 3 0,-1-2-44,0 6 1,0 3-8,1 5 1,0 0-217,3 0 0,-2-3-163,2 2 1,1 2 100,0-2 0,4 1-127,-1-5 0,3 1-569,1-1 1,1-4 315,3-4 1,3 1-596,4-4 0,2 1 326,3-9 0,-2 0-301,6-4 1,0-2 209,3-2 0,1-6-16,-1-6 0,-3-5 237,-1 2 0,-4-3 42,0-2 0,-3 4 232,-4 1-188,3 4 1786,-10-2-110,4 6-193,-5 4 1,-5 8-676,-3 11 1,-2 5-14,-2 7 0,1-1-742,3 1 1,-2-1-789,2 1 1,-1-6 1049,1-2 0,8-50 0,7-13 0</inkml:trace>
  <inkml:trace contextRef="#ctx0" brushRef="#br0" timeOffset="1458">2000 59 12146,'6'5'249,"0"2"1,-6 5-1539,0 0 0,0 3 1289,0 1 0,-16 10 0,-4-1 0</inkml:trace>
  <inkml:trace contextRef="#ctx0" brushRef="#br0" timeOffset="1775">2235 24 7666,'16'0'0,"-1"0"0,0 0 3267,-7 0-1980,-3 0 0,-5 1-55,0 3-996,0 3 1,-5 10-1,-3 4 145,-3 5 0,-6 4-376,-2 5 0,-2 6-244,1 2 0,-1-3-288,6-1 1,-1 1-728,4-5 0,4-2-669,1-10 1,4-1 1922,-1-2 0,3-29 0,1-12 0</inkml:trace>
  <inkml:trace contextRef="#ctx0" brushRef="#br0" timeOffset="2425">2212 36 11852,'0'12'299,"-6"-1"0,0 6 0,-6 4-6,0 5 0,1 0-45,-1 6 0,0 0 0,0 8 0,2-4-134,2 3 0,-1-3-117,5-5 1,0 2-514,4-6 0,1-5 328,3-6 1,7-3-1001,4-1 0,6-6 529,-1-2 0,3-8-128,5-3 0,1-5 219,2-4 1,-2-6 165,-6-6 1,1-4 401,-1 0 0,-1-21 0,1-11 0,1-6 0,1 0 0</inkml:trace>
  <inkml:trace contextRef="#ctx0" brushRef="#br0" timeOffset="2575">2541 59 7643,'9'-11'0,"3"0"600,1 3 925,-5-2-1075,-3 8 1,-5 2 33,0 8 0,-4 8 861,0 4-981,-5 2 1,2 3 0,-3 3 251,2 8 0,-2 0-393,2 7 1,-4 0-355,-4 4 0,3 1 162,-2-1 1,5-6-5,3-1 1,4-9-1140,-1-4-562,-2-2 1,3-12 1673,-5-5 0,0-42 0,-3-12 0</inkml:trace>
  <inkml:trace contextRef="#ctx0" brushRef="#br0" timeOffset="3009">2223 389 16456,'13'0'328,"3"0"1,5-2-186,10-2 0,6-4-113,10-7 0,4 0-704,0-4 0,0 1 469,-4-2 1,3-2-1809,-3 2 1223,-8 3 0,-7 0 0,-5 5-265,-5 1 1,-4 4 344,-6 3 493,-6 3 0,-2 2 329,-8 3 1,-2 7-155,-6 4 0,-4 6 195,1-1 1,-5 2-192,4 1 1,-3 5 625,3-1 1,1-1-160,3-6 1,1 2-75,3-2 0,-1 1-199,5-2 1,2 2-310,6-5 0,2 0 42,6-5 1,5 0-227,3-3 1,3-3 80,5-5 0,-4-9-3,4-3 0,1-8 559,-2 1 1,-5-5-26,-6-3 1,-4 2 117,-5-2 1,-1 2 74,-6 1 0,-3 1 357,-5-1 1,-5 2-451,-10 2 1,-5 1-178,1 7 0,-5 3-512,5 9 1,-4 3 254,3 4 0,1 2-145,3 11 0,2 4-381,2 3 0,3 6-700,6-2 1,0-2 1284,3-2 0,45-12 0,15-5 0</inkml:trace>
  <inkml:trace contextRef="#ctx0" brushRef="#br0" timeOffset="3308">3117 212 7617,'18'0'4223,"-2"0"-2217,-8 0-1284,-3 0 1,-4 0-193,3 0 0,-2 5-287,2 3 0,-4 4-201,-4 4 0,1 3-66,-5 9 1,-4-2-281,-3 5 1,-5-1 54,4 2 1,-1 0-213,2-4 1,6-5-86,-3-3 0,4-10 181,0 2 0,2-4 258,2 0 1,2-4 46,-1-8 0,3-4 243,3-8 0,4-3 37,5-9 0,1-2 312,3-5 0,-2 0-175,5-1 0,0 2 106,0 3 0,4 0 139,-4 7-381,-2-2 1,1 13 0,-3-2-741,1 6 1,-5 0 272,-3 5 1,-4 2-3270,4 6 1558,-6 7 1957,4 2 0,-17 46 0,-2 5 0</inkml:trace>
  <inkml:trace contextRef="#ctx0" brushRef="#br0" timeOffset="3592">3634 153 12627,'0'8'2977,"0"0"1,-1 0-2786,-3 4 0,-2 1-381,-6 2 1,-1 2 104,-3 3 0,3 2-61,-3-2 1,3 2-784,2 1 0,4 5 437,3-1 1,3 1-95,1-5 1,1 1-72,3-1 1,7 0 239,4-4 1,0 2 887,-8-5 0,3 3 1019,-6-3 0,-2 4-946,-6-5 1,-5 6-16,-11-1 1,-12 2-666,-19 2 1,-9-1 134,-15 1 0,-2-6-2466,-5-2 0,-4-11 2466,-1-9 0,13-31 0,-6-15 0,24 12 0,1-1 0,-1 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2:42.715"/>
    </inkml:context>
    <inkml:brush xml:id="br0">
      <inkml:brushProperty name="width" value="0.06" units="cm"/>
      <inkml:brushProperty name="height" value="0.06" units="cm"/>
      <inkml:brushProperty name="color" value="#FF0066"/>
    </inkml:brush>
  </inkml:definitions>
  <inkml:trace contextRef="#ctx0" brushRef="#br0">212 1 13274,'0'7'362,"0"1"-305,0-5 1,-5 11 0,-3-1 68,-2 4 1,-4 4 77,-1 7-73,-3 2 1,-6 9 0,0 0 314,1-1-455,-1-1 1,7-7 0,4-4 237,4-5-49,7-4-215,-4-11 0,8-2 93,2-8 1,3-4-160,9-7 1,2 0 1,6-4 1,-1-1 110,1-3 1,0-1-331,-1 1 1,1 3-161,-1 0 1,-3 2-350,-1-2 1,1 0 204,3 4 0,1-4-132,-1 5 1,-3-1-1175,0 4 1928,-6 6 0,-7-5 0,-9 5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2:43.473"/>
    </inkml:context>
    <inkml:brush xml:id="br0">
      <inkml:brushProperty name="width" value="0.06" units="cm"/>
      <inkml:brushProperty name="height" value="0.06" units="cm"/>
      <inkml:brushProperty name="color" value="#FF0066"/>
    </inkml:brush>
  </inkml:definitions>
  <inkml:trace contextRef="#ctx0" brushRef="#br0">13 24 9218,'-7'0'2523,"2"0"1,7 2-1970,6 2-334,11-3 1,29 8 0,21-5 492,21-1-589,-32-3 0,4 1 0,14-1 0,3 0 0,10-1 0,2 1-412,4-2 0,2 0 1,-30 0-1,0 0 1,0-1 357,0-1 0,0 0 0,-1 0 1,29 0-1,-2 0-23,-4 0 1,-1 1-1,-2 1 1,-1 1-215,-1-1 0,0 0 0,4 1 1,-1 1 38,-4-1 1,-1 2 0,-2 1-1,0 1-190,-7 1 1,-1 0-1,-2 1 1,-1 0 224,-1 1 1,-2 0 0,-4 0 0,-2 0-312,-8 0 1,-2 0 134,47 0 0,-24 3 1,3-5 93,-4-1 0,-6-3-267,-11-4 1,-8 1 430,-7-5 1,-9 5-874,-4-5 1,-7 4 883,-4-4 0,-3 5 0,-1-2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2:48.173"/>
    </inkml:context>
    <inkml:brush xml:id="br0">
      <inkml:brushProperty name="width" value="0.06" units="cm"/>
      <inkml:brushProperty name="height" value="0.06" units="cm"/>
      <inkml:brushProperty name="color" value="#FF0066"/>
    </inkml:brush>
  </inkml:definitions>
  <inkml:trace contextRef="#ctx0" brushRef="#br0">2323 212 8519,'-17'-21'0,"-1"-1"0,-2 0 536,1 1 0,4 6 796,0 0 1,-2 6-883,1 1 0,3 5-158,1-1-161,8-2 0,-15 4 0,7-3-187,-1 0 1,0 0-60,1-3 253,-5-3 1,1 9 0,-6-6 390,-3-1-439,-1 4 1,-3-1-1,-2 6 1,-3 0 0,-5 6-19,0 1 0,-7 14-132,-1 7 0,-5 11 208,-7 8 0,-9 12-340,-3 11 0,32-32 1,0 1 255,0 4 1,0 1-1,-1 0 1,0 0-30,1 3 0,-1 1 1,0 0-1,1 2-28,1-1 0,1 0 0,0-3 0,1 0 56,2-2 1,1-1-1,2-3 1,0-1-82,-24 40 1,4-6 172,8 1 0,-2 3-10,6 2 1,-9 2-11,1 1 0,21-38 0,0 0-175,2 0 0,1 2 0,-3 1 0,2 1 163,2 3 1,1 0 0,0 0 0,1 1-41,0 4 1,1 2 0,1 2-1,1 1-278,1 2 0,0 0 0,0 0 0,0 1 278,1-4 0,2 1 0,1 3 1,1 0-188,0 3 0,2-1 1,4 0-1,0-1-26,-2-4 0,2 0 0,3-2 0,1-1-33,1-3 0,0 0 0,2-1 0,2-1 103,1 2 1,1 0 0,2-1 0,0-1 26,0 0 0,0 0 1,0 0-1,1 0 49,-1-1 0,-1 2 0,0 1 1,-2 1-58,1 0 0,0 1 0,0 5 1,-2 0-61,-2 1 1,0 0-1,2 3 1,0 0 106,-2-2 0,0 1 1,0 3-1,-1 0 19,-3 4 0,0 1 1,1 2-1,-1 2-135,-1 1 0,-2 0 0,2 3 0,-2 0 129,-1 0 0,1-1 1,1 0-1,1 0-97,1 0 0,0 0 0,1-3 0,1-1-121,-1-1 1,2-1 0,3-5-1,2-2-117,2-6 1,0-1 0,2 0 0,1-2 115,0-1 1,1 0 0,2-2 0,1-1 180,0-2 1,2-2-1,0 0 1,1 0-5,1-3 0,1 0 0,1 0 0,0 0 48,2 0 0,1 0 0,-1 3 0,1 0-12,-1 0 0,1-2 1,-1 1-1,0-1 460,20 38 0,1 2-309,-5 2 1,-17-44 0,1-2 219,20 39 1,9-5-389,7-11 1,6-3 121,10-6 0,-5-4-256,1-3 1,1-13 43,-2-7 0,13-11 21,11-8 1,1-2-76,-1-6 0,4-5 59,-8-7 0,7-4 139,-46 5 0,0-2 1,46-8 303,-11-2 0,-5-5-133,-11 1 0,5-2 140,-1-6 1,2-5-270,-9-3 1,-2-5 121,-14 1 1,5-7 196,-1-1 0,0-14-252,-4-2 0,-1-11-138,-11-5 0,-1-7 120,-22 40 1,-1-2 0,0-3 0,-2-2-123,-3-5 0,-1-2 0,-2-1 0,-2 0 81,-2-3 0,-2-1 0,0-3 0,-1 0-128,0-6 0,0-1 0,0 0 1,0 0 12,0-2 0,0 1 0,1 3 0,-1 0-16,2 2 0,0 1 0,2 1 0,0 0-16,3-4 0,2 1 0,2-1 1,1 1 19,3-2 0,2-1 0,0-2 1,1 0-59,1 3 0,1-1 1,-1 0-1,0-1 30,2-2 0,1-1-1,-1-1 1,0-1-264,1-3 1,-1-1 0,0-3 0,-3 0 69,-1 2 1,-2 0 0,-3-3 0,-2 0 110,-3-1 1,-2 0 0,-1-1 0,-2-1-67,-1 2 1,-2 0 0,0 1-1,0 2 31,-3 4 0,0 1 1,2 0-1,1 0-73,-3 3 0,0 1 0,3 2 1,1 1 339,2 6 1,0 1 0,0-3-1,1 1 231,1 3 1,0 1 0,-1 1-1,-1 1-227,-1 2 1,-2 2 0,-3 1 0,-2 1 6,-2 5 1,0 0-1,0-1 1,-1 1-92,-1 4 1,0 0 0,1-2-1,0-2 44,0-4 1,-1 0 0,-1 2-1,1-1-83,2 0 0,0-1 0,0 1 0,-1 1-4,1 0 0,0 0 0,1 1 0,-1 0-68,-4 1 1,0 1 0,2-1 0,-1 1 135,-2 5 0,-1 0 1,-16-43 547,-2 20 1,-7 6-460,-4 13 0,-7 9 114,-1 11 0,-16 11-299,-8 13 0,-11 11 106,-12 11 0,47 2 0,0 3-305,-4 4 1,0 3 0,-4 3 0,-1 2 58,-4 4 1,-1 2-1,2 1 1,2 2-701,-2 4 0,0 1 0,0 0 0,0 1 897,2-2 0,0 0 0,-1-1 0,0 0 0,5-5 0,0 0 0,-1 0 0,0 1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2:22.006"/>
    </inkml:context>
    <inkml:brush xml:id="br0">
      <inkml:brushProperty name="width" value="0.06" units="cm"/>
      <inkml:brushProperty name="height" value="0.06" units="cm"/>
      <inkml:brushProperty name="color" value="#FF0066"/>
    </inkml:brush>
  </inkml:definitions>
  <inkml:trace contextRef="#ctx0" brushRef="#br0">2328 1094 8246,'0'-12'294,"0"0"1,0 4 1260,0 0-585,0 1-272,0-5-530,0 5 1,0 1 299,0 2-185,0 3-268,0-5 80,-6 6 1,0 6-491,-6 1 1,-1 1-53,-3 4 1,2-3 154,-6 7 1,5-2 5,-5 2 1,6-3 71,-2 3 1,3 1-123,1-2 1,4 1-5,0-4 0,6-1 7,-2 1 187,3 0 1,5-4 103,-1 0 1,11-6 280,-3 2 1,5-8 19,0-4 1,2-7 372,5-5 0,-3-2 390,0-2 1,-2-4-415,2-4 1,-2-2-98,-2-1 1,-7-5-121,2-4 0,-7-1-543,0-2 0,-5 4-261,-7-1 0,-1 5-569,-11-4 1,1 10 483,-5 2 498,-5 15 0,-16 63 0,-10 25 0</inkml:trace>
  <inkml:trace contextRef="#ctx0" brushRef="#br0" timeOffset="767">5079 1223 9265,'-1'-7'962,"-3"4"0,1 1-761,-4 2 0,3 0-282,-4 0 1,-1 0 7,-7 0 89,3 5 1,-8 3-1,4 7-87,-1 0 31,3 11 0,-6-6 0,7 7-69,4-2 0,-1-1 26,7-1 0,0-4 51,4-4 0,6-3 82,1-4 0,9-3 144,4-5 0,3-10 7,5-6 0,-2-6-93,5-6 1,-5-2-13,2-5 1,-9 0 15,-3-1 1,-4 0 9,-4-3 1,-10-3-306,-10-5 0,-10 5-455,-9 3 0,-8 9-1995,-4 6 2633,-8 11 0,9 42 0,-1 15 0,-6 5 0,0 0 0</inkml:trace>
  <inkml:trace contextRef="#ctx0" brushRef="#br0" timeOffset="42934">2280 1035 7807,'0'-12'1907,"0"0"-278,0 1 1,0-3 0,0-1 595,0-5 0,0 2-982,0-2 1,0 1-206,0-5 1,0-3-203,0-1 0,-1 1 364,-3 3 1,2 1-711,-6-1 1,0-3-491,-4-1 0,-3 1 0,-1 3 0,-10-3 0,-2 0 0,-10-6 0,-5 2 0,-4-3 0,-4-2 0,-6 2 0,-6 3 0,-9-2-139,2 6 0,-4 5 139,4 6 0,-1 8 0,1 4 0,6 4 0,5 4 0,5 4 0,7 8 0,-2 3 0,-6 9 0,-9 7 0,-11 8 0,2 7-266,7 1 0,-5 6 266,0 2 0,-3 0 0,35-28 0,0 1 0,-36 32 0,8-2 0,6 5 0,10-4 0,1-2-61,11-6 0,4 1 61,4-5 0,4 5 0,0-1 0,4 7 0,3 0 0,4 0 0,8-7 0,4 1 130,8-5 0,9 2-130,11-6 0,10 3 0,9-7 0,3 1 0,1 0 0,8 0 0,0-5 0,11 0-201,1-3 0,9-5 201,10 0 0,1-1 0,4 2 0,-3-3 0,-1-6 0,2-3 0,5-1 0,-3 0 0,-5 0 0,1-2 0,-9-5 0,3-6 0,1-2 0,-1-2 0,-2-2 0,-7 0 0,-6 0 0,1-7 169,3-5 1,0-5-170,-4-6 0,-11-3 0,-8-6 0,-2-2 0,2-13 0,1-4 0,3-11 0,-3-6-256,3-11 0,-2-6 256,-25 37 0,-1-2 0,-2-1 0,-2-2 0,-1-2 0,-1 0 0,0 0 0,-1-1 0,-4 1 0,0 0 0,0 4 0,0 0 0,-3 0 0,-2 1 0,7-43-95,-6 10 0,-3 10 95,-5 18 0,-9 8 193,-2 8 0,-13 5-193,1 7 0,-14-1 0,-2 9 0,-23 2 0,-12 1 0,-22 8-253,43 6 1,-3 0 0,-7 2 0,-1 0-967,-4 1 0,-1 2 0,-5 3 1,-1 1 1218,-3 4 0,-1 2 0,-2-1 0,0 2 0,1 3 0,-1 1 0,0 1 0</inkml:trace>
  <inkml:trace contextRef="#ctx0" brushRef="#br0" timeOffset="44442">4338 823 7906,'0'-12'131,"-1"-1"1,-2-1-1,0-2 1,0 2 1031,2 1 1,1 5-570,0 0 1,0 0-57,0-3 1,-4 3 112,0 0 0,0 4-95,4-4 0,-1 2 90,-3-2 1,-3-3-143,-5 3 1,-2-2-130,-6-2 1,-7 2-188,-16 2-78,-6-3 0,-11 10 0,-4 0-68,-6 7 0,-5 14-4,-3 15 1,-7 12-248,44-18 0,0 1 0,-4 4 1,1 3 225,0 3 0,2 2 0,-2 3 0,1 1-73,2 3 0,0 0 0,2 3 0,0 0-15,-1-1 1,1 0 0,1-2 0,-1 1 61,0-1 1,0 0 0,2-3 0,2 1 28,4-4 1,3 0 0,-16 33 68,20-14 0,3-3 248,9-4 0,3 1-196,9-5 1,7-4-39,5-4 1,6-3-50,9 3 0,9-2 18,7 3 1,16-4-130,11-5 1,20-3 60,-38-16 1,2-1 0,4-2-1,2-2-60,-2-1 0,1-1 1,6-2-1,0-2 74,-1-4 0,1-2 0,-1-4 0,0-2 77,-1-2 1,-1-1-1,2-4 1,-1-1 102,0-4 0,0-1 1,-3-1-1,-1-1 264,-8-3 1,-1-1 0,3 1 0,-1 0-208,-1-2 0,0-1 0,-2-1 0,-1-1-8,-2 0 0,-2-2 0,-6-2 0,-3-2 1086,24-34 1,-8-6-1239,0-6 0,-25 35 0,0-2-95,0 1 0,-1-2 0,-2-5 0,-2-2-210,-2 1 1,-2-2-1,-4-3 1,-3-2 209,-2-5 0,-4-1 0,-6-6 0,-4 0-314,-5-5 1,-5-1 0,-10-3 0,-6 1 313,-8-1 0,-6 3 0,-3 6 0,-3 4 0,-1-1 0,-4 7 0,-2 13 0,-3 9 42,4 12 1,-2 8 0,4 8 0,1 10-43,-39 25 0,11 23-1726,8 16 1726,34-27 0,0 2 0,-1 6 0,0 1 0,-5 1 0,0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3:09.307"/>
    </inkml:context>
    <inkml:brush xml:id="br0">
      <inkml:brushProperty name="width" value="0.06" units="cm"/>
      <inkml:brushProperty name="height" value="0.06" units="cm"/>
      <inkml:brushProperty name="color" value="#FF0066"/>
    </inkml:brush>
  </inkml:definitions>
  <inkml:trace contextRef="#ctx0" brushRef="#br0">2529 236 8699,'-8'-13'0,"-1"-3"4000,-4-4-3968,1-2 1,-11 3-722,-1-1 0,-6 2 1,-8-2 1487,-1 4-468,-10 3 1,4 3 0,-8 1 144,0 1 0,-2 0-113,4-4 0,0 6 199,4 2 0,-10 3-270,-6 1 0,-13 1-106,-2 3 0,-4 8-304,7 7 0,-10 9 239,-1 3 1,37-12-1,-1 0-132,-1 0 0,0 1 0,1 2 0,2 2-31,3-1 1,0 1-1,-1 1 1,0 2-47,-3 2 1,0 1 0,1 3 0,0 2 46,0 0 1,2 0-1,1 2 1,3 0 29,-28 33 0,33-35 0,-1 1 13,1-1 0,0 0 1,-31 34-15,9-2 0,12-3 74,12-5 0,11-5-74,12-4 1,6-6 109,6-5 0,1-1-84,3 1 0,9 0 4,11 8 1,6-2-8,9 5 1,9-1-3,11-2 0,5-1-211,7-3 0,3 1 192,1-5 1,0 1-144,0-5 1,6-4 82,5 1 0,3-2-88,-7 1 0,3-2 182,-6-6 0,11-3 99,4-1 0,1 0-72,-5 0 1,-2-2 242,-6-5 1,4-4-148,1 0 1,2-6 84,-7 2 1,-1-2 347,-7-2 0,5-7-201,7-5 0,-4-5 193,1-6 0,-1-2-232,-4-3 0,3-5 308,2-7 0,-9-4-219,-7 1 0,-8-4-44,-12-4 0,0 1-184,0-5 1,-2-5-28,-1-6 0,-5-9-115,-8-3 0,-3-3 107,-9-2 1,-2 2-164,-5 3 0,-6 9 248,-2 10 0,-4 5-318,-4 7 1,-3 3 55,-9 5 0,-2-1-142,-6 9 0,-1-3 74,-2-1 1,-5 0-118,-7-1 1,1 5 209,-5 0 1,-4-3-44,-4-2 0,-9-4-416,1 8 0,-7 2 121,-1 11 0,-2 7-280,-2 8 0,3 4 192,6 4 0,4 8 33,11 7 1,0 8 186,0 0 1,1 4 35,3-3 0,3-1 39,4-3 0,1-2-77,0-2 0,5 0 185,2-4 1,9-1-16,3-8 1,4 0 319,4-3-131,3-3 279,5 4-509,0-5 0,0-1-686,0-3-453,5 3 471,-3-4 123,3 5 33,0 0 471,-3 0-157,3 0 349,-5 0-33,0 5 1,1-4 402,3 3 577,-3-3-422,5-1-252,-6 0-3525,0 0 2784,0 6-249,0-5 126,0 4 324,0-5 1,1 4-297,3 0-254,-3 0 13,4-4-280,-5 0 41,0 5 645,6-4 1,-4 9-305,6-7 1,-2 3-200,2-2 815,3 2 0,32 48 0,14 10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3:43.439"/>
    </inkml:context>
    <inkml:brush xml:id="br0">
      <inkml:brushProperty name="width" value="0.06" units="cm"/>
      <inkml:brushProperty name="height" value="0.06" units="cm"/>
      <inkml:brushProperty name="color" value="#FF0066"/>
    </inkml:brush>
  </inkml:definitions>
  <inkml:trace contextRef="#ctx0" brushRef="#br0">47 259 8203,'-11'-5'498,"4"-2"1,-3-1 1795,2 0 494,3 6-629,-1-9-1471,6 10 0,3-4-293,5 5 0,1 4 86,11 0 1,4 0-51,8-4 0,3 0-174,4 0 1,3 0 123,5 0 0,1 0-83,3 0 1,4-6-105,8-2 1,10-2 7,6-2 1,-1-3-218,-7-1 1,-2 0 203,-3 4 0,6 1-32,-5-1 0,1 1-80,-5 4 0,-5-3 76,1 7 0,-1-5-70,-7 4 28,0 0 0,-3 4 0,2 0 20,1 0-40,10 0 0,-11 0 0,4 0 56,-4 0 0,-3 4-70,0 0 1,0 4-84,0-5 0,6 5 188,1-4 0,4 0-150,1-4 1,-2 0 170,-2 0 1,3 0 4,-4 0 0,4 0 67,1 0 0,3-1 29,1-3 0,-1 3 30,-8-3 1,3 1-279,-6-1 0,3 3-56,-3-3 0,7 3 0,1 1 0,-1 0 0,5 0 0,-9 0 0,-7 0 0,0 0 0,-4 0 0,9 0 0,7 0 0,5 0 0,7 0 0,-1 0 0,1 0 0,-2-2 0,-2-2 0,7-1-215,1-3 1,9-2 214,7 2 0,-5 2 0,-4-2 0,4 4 0,-3-4 0,6 5 0,-3-1 0,-5 3 0,-7 1 0,3 0-68,2 0 0,2 1-216,1 3 1,-5-2 53,-2 2 0,0 1-60,0-1 0,3 4 211,-3-5 0,-1 7-60,-3-3 1,-2 4 89,-2 1 0,-2 1-24,-2 2 0,2 0-147,6 4 1,-7-3 65,-6 4 0,-3-2 10,-4 2 0,-2 0 88,2-4 1,5 4-27,-1-5 1,0 2 133,-8-1 0,0-7-104,0 3 0,-2-3 325,-2 3 0,-1-6-302,-2-2 0,5-2 218,6-2 1,4 0-149,-4 0 0,-4 0-33,-4 0 1,-6 0-8,-2 0 0,3-4-1,-7 0 1,6-1 146,-6 1 1,5 1-83,3-5 0,1 4 115,3-4 0,3 1-83,-3-5 1,-1 4-504,1 0 0,0 0 296,4-3 0,-1-1 269,-3 0 0,3 0-227,-3 1 0,7 0-166,1 3 0,-2-1 42,-6 5 0,2-4 56,-6 4 0,0 0 201,-4 4 0,-3-3-65,-1-1 0,1 0 127,3 4 0,4 0-17,0 0 0,0 1-97,-3 3 1,-2-3-66,-3 3 0,3 3 4,-3 1 1,-1-2-149,2 2 0,-1-4 27,4 4 1,5-6 109,-1 2 0,5 1-47,-1-1 0,4 0 230,4-4 1,-2 0-26,2 0 1,-8 0-7,-4 0 0,3-4-52,1 0 1,4-5 148,4 1 1,-2 2 41,6-2 0,-5 2-128,1-2 1,1-1-276,-1 5 0,-4-6-18,-4 3 1,0 1 29,4 3 0,4-3 77,0 2 0,-1 0-120,-7 4 1,2 0 104,-6 0 0,4 2-110,-4 2 0,0-3 187,-3 3 0,-1-1-56,0 0 1,6-1 145,2 2 1,-3-3-89,-1-1 1,2 0 112,-2 0 1,6 0-26,-2 0 0,0 0-5,4 0 1,3 0-77,8 0 1,5 0-144,0 0 0,-4 0 50,-5 0 0,-3-1 66,4-3 1,0 2 58,4-1 1,0 1-65,0 2 1,-1 0 78,1 0 1,-5 0-13,-3 0 0,-7-4 129,-1 0 1,0-1-79,4 1 0,6 3 87,1-3 0,4-1-563,1 1 0,-4 0 194,-1 4 0,5-4 250,4 0 1,1-4-56,-1 4 1,1-4-165,2 5 0,1-3 73,-8 2 1,-2 3 157,-6-3 0,3 3-94,5 1 0,-2-4 49,-2 0 1,-3-1-390,-5 1 1,2 3 166,2-3 0,1 1-471,3-1 0,7 3-435,1-3 1,10 3-958,6 1 0,8 0 2075,7 0 0,4 1 0,-46-1 0,1-1 0,0-2 0,0 0 0,1 0 0,0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3:52.204"/>
    </inkml:context>
    <inkml:brush xml:id="br0">
      <inkml:brushProperty name="width" value="0.06" units="cm"/>
      <inkml:brushProperty name="height" value="0.06" units="cm"/>
      <inkml:brushProperty name="color" value="#FF0066"/>
    </inkml:brush>
  </inkml:definitions>
  <inkml:trace contextRef="#ctx0" brushRef="#br0">24 118 8310,'-8'0'669,"0"0"1,5 7-870,-1 5 1,3 11 255,1 12 1,0 14 9,0 13 0,5 14 8,3 14 0,-5-40 0,1 1-230,0 0 0,0 0 0,-1 0 0,1-1 155,8 40 0,-4-9-33,0-11 1,0-7-55,3-12 1,1-11-637,0-12 0,5-14 68,3-6 656,2-5 0,27-71 0,-21 25 0,1 1 0</inkml:trace>
  <inkml:trace contextRef="#ctx0" brushRef="#br0" timeOffset="343">82 13 10726,'13'1'614,"3"3"1,4 1-338,7 3 0,10 2-21,10-2 1,12-1-225,11 0 0,11-4 65,9 1 0,0-4-522,5-4 1,-3-2 494,-41 0 1,0 0-1,45-6-144,-2 0 0,-11 6 13,-8 2 0,-5-1-78,-3 1 0,0 0 61,-9 4 0,-11 4 111,-11 0 0,-10 9-402,-3-2 0,0 5 42,-8 0 0,0-2 11,-8 6 1,3 1 418,-6 6 0,-1-1-274,-3 6 0,-1 0 400,-3 7 0,-4 1-80,-7 7 0,-4 1 14,-4 7 1,-1 8-51,1-1 1,-5 6-529,1 3 0,-6 7 21,2 1 0,-2 0-484,2-4 1,-3-3 877,3 2 0,2 2 0,-1-4 0,0-4 0,-2-4 0,1-2 0</inkml:trace>
  <inkml:trace contextRef="#ctx0" brushRef="#br0" timeOffset="535">376 1377 7981,'-22'10'0,"3"-2"0,4-3 1864,6 0 1,6-2-873,11 5 0,5-2-790,11 2 1,6 3 92,5-4 1,10 3 165,6-3 0,10-1-363,2-6 1,12-2 26,12-2 1,8-1-957,-44 2 0,0-2 0,0 1 0,-1-1 239,36 1 0,-5 0 592,-7 4 0,19 27 0,-45-11 0,1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4:48.439"/>
    </inkml:context>
    <inkml:brush xml:id="br0">
      <inkml:brushProperty name="width" value="0.06" units="cm"/>
      <inkml:brushProperty name="height" value="0.06" units="cm"/>
      <inkml:brushProperty name="color" value="#FF0066"/>
    </inkml:brush>
  </inkml:definitions>
  <inkml:trace contextRef="#ctx0" brushRef="#br0">2411 729 7987,'0'-24'0,"0"1"0,-1-5 0,-2-1-200,0-1 251,-7-1 1,8-3 0,-6 1 740,-1 2 1,-3 1-358,-4-1 0,-1-6 229,-2 6-483,-3-1 1,-1 7 0,-5-1 250,-2-1 1,-2 1-15,-3 6-251,0-2 0,-6 8 0,-2-5-193,-3 2 1,-1-4 74,0 2 1,0 2-433,0 1 1,4 3 84,0 1 1,0 6-82,-4 2 0,-3 4 175,-5 4 1,-5 8 121,-10 7 0,-9 5-160,1 3 0,-6 4 156,6 9 1,-10 1 123,41-17 1,0 0-9,-3 2 1,1 0 0,3-3 0,0-1 0,-40 28-186,4 0 0,2 1 91,2 0 1,6 0 27,13 0 1,8-2 16,16-10 0,5-1-5,2-6 1,5 0-4,3-4 0,3-5-19,5-3 0,6-4 48,2 3 0,3 0-59,1 0 1,2 3 95,6-2 0,1 2-153,11 2 0,0-2-144,3-3 0,1 4 99,-1-4 0,6 0-118,2 0 1,7-1 155,1 2 1,7-3-24,1-5 0,5 3-38,7 1 0,0 1 81,0-1 1,-1-3 4,1 3 1,1-3-7,3-2 1,10 1-137,6 0 1,-1 4 106,-7-1 1,-1 2-78,1-1 208,4-3 0,-3 5 0,5-2 0,3 4 0,4 2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4:55.181"/>
    </inkml:context>
    <inkml:brush xml:id="br0">
      <inkml:brushProperty name="width" value="0.06" units="cm"/>
      <inkml:brushProperty name="height" value="0.06" units="cm"/>
      <inkml:brushProperty name="color" value="#FF0066"/>
    </inkml:brush>
  </inkml:definitions>
  <inkml:trace contextRef="#ctx0" brushRef="#br0">1082 1083 8099,'0'-18'358,"0"2"-239,0 3 300,0 1 1,0 4 1381,0 0-1140,-5 6 259,4-3-268,-4 5 176,5 0-420,0 0 1,-2-6-174,-2-2 1,3 2-182,-3-2 0,-2 0 77,-2-4 1,-3-3 9,0-1 0,-3-1-14,-1 1 1,0 3-188,-4-2 1,-1 2 44,-3 1 0,-1 4-28,1 0 0,-1 6 96,1-2 0,-2 5 22,-3 7 1,2 1-376,-5 11 1,1 0 144,-2 8 1,-2-2 122,3 5 0,-3-4-32,-1 0 1,5 2 20,2-2 1,4 1-51,0-5 1,1 1-125,-1-1 0,6 5 187,2-1 1,4 2-2,4-2 1,-2 7 41,2 5 0,3 1-76,1-5 1,3 0-76,1 0 1,-4 5 76,0-1 1,0-1 12,4-7 0,-4 4 59,0 1 1,0-1-1,4 4 0,0-2-117,0-2 1,1 4-95,3 0 1,4 1-30,8-5 0,-2-5 140,6-3 1,-2-2 7,2-1 1,2-1 29,-2 1 0,2-5-6,1 1 0,0 1-65,-4 6 1,3-1 10,-2 6 1,-3 3 248,-1 4 0,-7 6 259,-1-2 1,-6 8 1404,2 4-1293,-3 2 1,-2 2 0,-3 1 58,-4 3 1,-2 10-276,-2 5 0,4 2-667,0-6 1,6 3 230,-2 6 0,8 3-90,4 0 1,7-1 95,5-6 0,1-2-64,-2-3 0,2 3 701,-5 6 1,-2-5-254,-6 0 0,-4 6 218,-8 6 1,-1-39 0,-3 0-590,-3 2 0,-1 0 0,-2 1 1,-2 0-111,-3-1 1,-2 0 0,1 0 0,0 0-79,-1 0 1,-1 0 0,0-5-1,1-1-2002,-15 36 2316,4-30 0,8-15 0,1-18 0,-1-3 0</inkml:trace>
  <inkml:trace contextRef="#ctx0" brushRef="#br0" timeOffset="617">306 119 8122,'-5'-14'128,"-2"0"1,0-2 1072,-1 2-607,0 1 0,-4 1 2010,0 0-2225,1 1 0,-2 4 0,-3 3-145,-4 3 0,-1 1-855,2 0 487,-3 0 1,5 3 0,-3 3-256,4 6 0,5 4 245,3-1 0,3 4-38,5 4 0,5 2 36,3 2 0,7-1 87,5 6 0,2-6-5,2 1 0,-1 2 190,1-1 0,-1-1 37,1-3 1,-6-1-92,-2 1 0,-3-1 157,-2 1 0,-4-1 9,-3 1 0,-5 0-31,-7 4 1,-5 3-191,-11 8 1,-6 2-3,-5 2 1,0-2-264,-5-6 1,5-5-519,4-3 0,5-10-897,10-9 1,5-16 1662,11-19 0,32-45 0,-13 26 0,1-1 0</inkml:trace>
  <inkml:trace contextRef="#ctx0" brushRef="#br0" timeOffset="985">553 236 8122,'12'-10'0,"0"2"2642,-1 3-1624,1 5 0,-5 6-58,-3 6 1,-3 6-418,-1 10 0,-4 2 47,0 5 0,-5 0-424,1 1 1,3-2-257,1-3 1,3 2-453,1-6 0,1-1 452,3-6 0,2-5-950,6-7 0,5-3 181,3-5 0,3-5-61,5-3 0,-3-13 478,2-6 1,3-7 210,1-5 1,-2 0 28,-1-8 0,-8 2 93,0-6 0,-6 3 654,2 1 0,-4 9-334,-4 3 0,-3 12 2632,-5 4-1941,0 10 0,-5 5-222,-3 8 0,-3 5-231,0 10 1,-5 6-70,0 11 1,-5 4-114,2 3 1,2 7-1,1 1 1,-1 4-188,1-4 1,2 1 112,6-1 0,3-3-997,5 3 1,0-4-230,0-4 0,1-9-648,3-10 0,3-7 623,5-9 0,3-3-290,1-5 0,0-11 1348,-5-4 0,7-37 0,2-16 0,2-6 0,1 0 0</inkml:trace>
  <inkml:trace contextRef="#ctx0" brushRef="#br0" timeOffset="1066">941 248 7932,'-5'-12'-1046,"-2"6"801,-4 2 0,3 4 15,0 4 0,0 6 230,-4 6 0,1 5 0,-6 23 0,-2 12 0</inkml:trace>
  <inkml:trace contextRef="#ctx0" brushRef="#br0" timeOffset="1458">1200 189 12178,'6'0'2761,"0"1"-2176,-6 3 0,0 8-343,0 8 0,-6 15 1870,-1 12-1537,-9 11 0,-2 23 0,-6 7-86,13-39 0,-1 2-435,-3 2 1,1 1-1,3 1 1,1 0-1,-1-4 1,0-1 11,-8 42 1,5-23-464,6-10 0,3-11-447,5-8 1,5-12-1326,3-12 12,3-8 0,0-3-638,1-5 2169,-5-10 0,3-6 0,-2-15 626,2-9 0,-7-21 0,-4-11 0,0-7 0,0 0 0</inkml:trace>
  <inkml:trace contextRef="#ctx0" brushRef="#br0" timeOffset="1608">1035 460 8017,'12'-47'0,"1"5"0,3 3 0,2 5 1872,6 6 1,3 2-873,0 10 0,5 1 139,-5 3 1,5 5-571,-5 3 1,-5 3-328,-6 1 1,-4 1-73,-4 3 0,1 4-136,-5 8 1,0 3-26,-4 9 0,-6 3-287,-2 8 0,-7 7-1263,-5 5 0,-3 4 90,-5-4 1451,3 5 0,-14 13 0,3 10 0</inkml:trace>
  <inkml:trace contextRef="#ctx0" brushRef="#br0" timeOffset="2000">1588 565 7957,'18'-23'1268,"3"-5"260,-5 1 1,0-4-727,-5 3 1,-4 1 65,-3 3 0,-3 1-435,-1-1 0,-5 1-28,-3-1 0,-4 3 62,-3 6 0,0 0-170,-4 11 0,-1 3-568,-4 9 0,-3 6 174,0 14 1,-5 2 9,5 5 1,-1 4 55,5 0 0,1 4-274,2-3 1,4-1-32,8-4 0,3-5-100,5-2 1,0-5 155,0-3 0,5-5 75,3-7 0,8-2 101,4-6 1,3-6-37,5-2 0,6-9 243,5-6 0,5-4 184,-1-5 0,2-2 281,-2 3 0,-4 2-335,-8 2 0,-2 7-76,-5 4 0,-6 9-602,-2 3 0,-9 5 254,-3 7 1,-2 6 134,-2 14 1,0 2 253,0 5 1,-6 0 318,-1 0 1,-3-1-251,3-2 1,-3-1 164,7-7 0,-1-7-482,4-10-412,0-4 0,1-3 543,3-8 0,4-9 27,7-6 0,5-6-698,7-6 0,0-1-464,4 1 0,0 1-1928,5 3 2982,-1 2 0,16 11 0,4 1 0</inkml:trace>
  <inkml:trace contextRef="#ctx0" brushRef="#br0" timeOffset="2425">2164 460 8387,'0'-12'8429,"0"5"-6132,0 2-974,0 0-1073,0 4-131,0-5 1,0 8-149,0 2 1,0-2 71,0 6 1,1 0-139,3 4 1,-2-1 152,2 1-166,-3 0 0,0 0 150,3-1 1,-1 1 34,5 0 0,-4-6 534,3-2 1,1-2-253,4-2 0,1-3-136,3-5 0,2-5-315,6-10 1,-1-5-467,1 1 0,-2-6-2503,-3 2 1,-2 3 341,-5 5 2719,0-1 0,-11 27 0,-2-1 0</inkml:trace>
  <inkml:trace contextRef="#ctx0" brushRef="#br0" timeOffset="2600">2493 436 9413,'0'8'2834,"0"0"0,4-4-1789,0 3 1,1 1-995,-1 4 0,-2 1 12,2 3 0,1-3-1440,-1 3 0,4 1 1377,-4-2 0,26-46 0,2-16 0</inkml:trace>
  <inkml:trace contextRef="#ctx0" brushRef="#br0" timeOffset="2940">2658 248 9040,'0'6'2415,"0"5"-2627,0-3 0,0-2-489,0 2 0,5-4 131,3 4 1,3-2-108,0 2 0,1 1 692,0-5 0,0 4 657,-1-4 1,1 1-351,0-1 0,-4-1 330,0 5 1,-6-4 478,2 3 0,-3 1-410,-1 4 1,0 1-304,0 3 1,-5 1-209,-3 2 1,2 2-210,-2-5 0,5 4 39,-1-5 0,-1 1-219,1-4 225,0-1 0,6 1-190,2 0 0,-2-4 266,6 0 1,-4-6-122,4 2 176,0 3 0,-1-5-85,1 6 0,-5-4-174,1 4 1,-4-4-175,-4 4 1,-4-2-464,-8 2 0,3 1 485,-2-5 0,2 0 234,1-4 0,21-47 0,5-12 0</inkml:trace>
  <inkml:trace contextRef="#ctx0" brushRef="#br0" timeOffset="3398">3164 389 7755,'8'4'783,"-1"0"0,-4 1-431,1-1 0,-3 3 1060,-1 4 0,-1 6-520,-3 3 1,-3 1-239,-4-2 0,-1 4-347,0-4 0,4 2-251,1-1 1,4 1-64,-1-6 0,3 1-273,1-4 0,1-4-324,3-1 0,4-4 337,7 1 0,0-8 1,4-4 1,1-4 10,4-3 1,-5-7 337,1-6 1,-7-1 21,-1 2 0,-6-3 60,-6-5 0,0 3-19,0 1 1,-5 6 24,-3 2 0,-2 2 62,-2 9 0,-5 3-40,-3 9 1,-2 2-278,-2 6 50,1 5 0,3 7 0,2-1-326,1 2 0,5 0-133,4-1 0,6 1-421,-2-6 0,4 0 353,4-7 1,4 1-149,7-5 0,5 0-199,7-4 0,0-6 409,4-1 0,-1-5 223,1-4 0,6 3 308,-6-3 0,6 1 393,-6 3 0,-2-1 55,-2 9 0,2 1 468,-1 7 1,-5 5-368,-3 11 0,-7 1 219,-1 10 1,-2 1 391,-6 3 1,0-1-593,-4-3 0,-2-3 326,-1-9-255,1-2-409,-3-10 0,8-7-186,4-8 0,3-12-168,9-3 1,1-9-515,3 1 1,1-2-907,-1 2 0,-4 2 1512,-4 6 0,-17 10 0,-6 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4:59.957"/>
    </inkml:context>
    <inkml:brush xml:id="br0">
      <inkml:brushProperty name="width" value="0.06" units="cm"/>
      <inkml:brushProperty name="height" value="0.06" units="cm"/>
      <inkml:brushProperty name="color" value="#FF0066"/>
    </inkml:brush>
  </inkml:definitions>
  <inkml:trace contextRef="#ctx0" brushRef="#br0">80 617 7768,'0'6'8747,"0"-1"-6026,-5-5-1602,4 0-696,-5 6 0,8-5-246,2 3-111,2-3 0,11-1 1,3-1 398,2-3-305,7-3 0,-3-8-412,5-1 1,-5-5-1,2 3 3,-3 0 0,-3-5-139,-3 4 0,-2 2 440,-5 1 0,-5-1 471,-3 1 1,-10 1 103,-5 3 0,-6 4-250,-7 0 0,-1 6-172,-2-2 1,-3 9 101,-6 7 1,1 6-250,0 10-29,0 2 1,5 6 0,3 2 31,7 1 0,4 0-257,8-3 1,5-5-360,11 0 0,5-6-325,11-1 1,10-7 412,5-9 1,7-4-128,5-8 396,2-3 0,1-11 0,-2-6-98,0-6 1,-3-5 372,2-4 0,-3 2 383,-1-2 0,-6 4-78,-6 3 0,-10 5 432,-10 7 0,-7 3-52,-4 6-443,-3 4 0,-6 6-381,-3 5 1,2 3 54,-2-3 0,-1 9 0,-7-1 0,-2 13 278,-6 3 0,-2 3 322,3 0 1,-1 3-531,12-2 0,-1-4-295,9 0 0,-3-3-510,3-2 0,5-9 434,7-2 0,4-8-321,3 0 1,5-4 77,7-4 0,3-13-90,6-10 0,-1-11 218,0-5 1,-1-8 33,-3-4 0,-2-4 367,-5-4 0,-2-6 117,-2-5 1,-9-3 1219,-7 6 1,-2 15-9,-2 17 475,-6 12 1,1 17-882,-3 10 0,-1 12-265,5 11 0,-1 14-564,1 14 0,3 13-72,-3 14 0,1-1-118,-1 2 1,3-10 117,-3 2 0,8-11 0,4-5 0,7-14 120,5-13 0,2-7-3653,2-2 0,3-4 3533,1 0 0,-1-2 0,-3-1 0</inkml:trace>
  <inkml:trace contextRef="#ctx0" brushRef="#br0" timeOffset="474">1338 958 28671,'8'-13'0,"0"-3"0,5-9 0,7-10 0,3-16 0,5-12 0,-2-6 0,5-6 0,-5 0-166,2-4 1,-5 6-1184,-3 10-189,-3 16 763,-11 24 1,0 14 324,-6 13 0,0 7 190,0 9 0,0 14 434,0 9 0,0 8 475,0 8 0,1-6-337,3-2 0,-2-2 140,6-2 0,0-7-702,4-4 1,0-9 179,-1-11 0,1-2-54,0-10 0,4-1 99,-1-7 1,1-9-241,-4-11 0,5-5 256,2-6 0,2-5 471,-1-4 0,2 4 102,-2 1 0,-3 7 580,-2 5 1,-2 9-989,-1 6-156,-5 5 0,-2 10-37,-5 5 0,0 10-230,0 13 1,-4 5 78,0 3 1,-5 1-1338,1 4 1,3 0-1805,1-5 1,3-5 3328,1-6 0,15-40 0,5-10 0</inkml:trace>
  <inkml:trace contextRef="#ctx0" brushRef="#br0" timeOffset="675">2267 440 7679,'8'-1'6870,"0"-3"-3842,-5 3 0,2-3-1650,-5 8 0,-3 4 405,-5 7 1,-2 9-913,-14 7 1,2 10-872,-9 6 0,3 1 0,-3 7 0,6 4 0,2 3 0,6-1 0,9-10 0,4-7 0,8-13 0,9-5-224,10-10 1,6-2-51,7-10 0,4-1-306,3-7 1,12-4-1154,4-7 1,9-9-3969,2-7 5589,11-3 1,-15 0-1,4-4 1,7-3-1,-1 1 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02.981"/>
    </inkml:context>
    <inkml:brush xml:id="br0">
      <inkml:brushProperty name="width" value="0.06" units="cm"/>
      <inkml:brushProperty name="height" value="0.06" units="cm"/>
      <inkml:brushProperty name="color" value="#FF0066"/>
    </inkml:brush>
  </inkml:definitions>
  <inkml:trace contextRef="#ctx0" brushRef="#br0">60 165 8202,'-8'-1'90,"0"-2"1,0-2 1187,2-2-209,-5 5-258,5-4-102,-1 1-508,2 4 0,5-6 0,2 5 28,6-2 0,3-4-17,12 4 0,1-1 84,11 1-151,-2 3 0,16-8 1,0 5 96,3 1 1,7 2-538,4 1 236,4 0 0,-1 5 0,4 1-1010,1 1 832,5 3 1,-10-8-1,1 2-1013,-6-3 1,-8-1 367,-6 0 0,-2 0 882,-5 0 0,4-37 0,-2-8 0</inkml:trace>
  <inkml:trace contextRef="#ctx0" brushRef="#br0" timeOffset="183">1212 0 8178,'12'6'782,"0"-5"0,3 9-98,1-2 0,5 3 5,-2 0 0,4 1-393,0 0 0,5 2-299,-1-2 1,-5 2 135,-6-6 1,-8-1-107,-4 1 1,-6-1-799,-5 5 602,-12 0 0,-23 5 1,-12 3-1699,-10 2 1867,-11 7 0,20-14 0,-4 0 0,-5 2 0,0 1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08.780"/>
    </inkml:context>
    <inkml:brush xml:id="br0">
      <inkml:brushProperty name="width" value="0.06" units="cm"/>
      <inkml:brushProperty name="height" value="0.06" units="cm"/>
      <inkml:brushProperty name="color" value="#FF0066"/>
    </inkml:brush>
  </inkml:definitions>
  <inkml:trace contextRef="#ctx0" brushRef="#br0">422 295 7786,'0'-13'546,"0"-3"236,0-4 1,4 2 0,0-2 2877,-1 0-2780,-2-3 0,3 0 1,0-1 298,-1 1-997,-2 4 1,-2-1 0,-2 4-110,-1 2 0,-5 2-91,1 4 1,-4 3-213,-3 5 1,-9 6-140,-7 6 355,-3 5 1,-1 12 0,-2 3-554,-2 6 377,2 4 1,-2 1-1,8-1-83,3-1 0,9 2 115,3-4 0,4 3-84,4-7 1,4 2 23,8-10 1,8-1-257,8-6 0,3 1-6,5-6 1,6-4 109,5-7 0,10-3-125,2-1 0,6-3 134,1-5 0,-4-2 821,-3-13 1,-3 0-185,-1-8 1,3 0 59,-3-5 0,-8 5 58,-11 0 0,-6 8 418,-7 0 0,0 7 453,-11 1 381,0 7-549,-10 2-881,0 6 0,-7 2 0,-2 0-324,0 2 1,-10 7 104,1 0 1,-6 3-34,3 5 0,-4 1-24,3 3 0,1 1-330,3-1 1,2 0-124,2-4 0,3 3 175,6-2 0,0-3-229,3-1 1,3-3 185,5-2 0,7 0-67,4-3 0,4-3 81,8-5 0,0-1 55,8-3 0,-4-4 80,5-8 0,-5 2 0,4-6 1,-4 2 201,0-2 1,-3 1-74,-5 7 0,-6-2 1330,-5 6-313,-5 3-407,2-1 1,-6 9-315,-3 5 0,-7 4-35,-4 7 1,0 3-276,7-2 0,-1 1-443,5-2 1,0 2-1355,4-5 1,2-2 1913,2-6 0,49-34 0,18-13 0</inkml:trace>
  <inkml:trace contextRef="#ctx0" brushRef="#br0" timeOffset="559">1069 436 7732,'0'-7'6758,"0"1"-5027,0 2-1124,0 3 0,-1-5-338,-3 6-781,3 0 359,-10 0 0,6 6 175,-3 1 0,-1 8-264,5 0 1,-4 5 178,4-4 1,-4 3-713,5-3 1,-1 4 207,4-5 1,-4 5-359,0-4 118,0-1-166,4-3-197,0 0 801,-5-6 1,3-2 127,-2-8 1,3-2-72,1-6 79,0 0 0,0-1 0,0-1-174,0-2 1,4 0 355,0 5 0,4-1 29,-4 0 1,1 0 232,-1 1 1,-3-1 607,3 0 0,1 0-375,-1 1 1,1-1 100,-1 0 1,-2 4-125,2 0 1,-3 4 1024,-1-3-977,5 4 1,-4-4 277,3 4-340,-2 1-214,-2-3-248,0 5 188,0 0-118,0 5 13,0-3 56,0 3 133,0-5 336,0 5-96,0-4 268,0 5 81,0-6 556,0 0-1229,0-6-274,0 5-69,0-9-346,0 8-842,0-3 659,5 0-1497,-4 3 1584,4-3 1,-5 4-2839,0-3 1988,0 3 1502,0-5 0,-15-9 0,-5-5 0</inkml:trace>
  <inkml:trace contextRef="#ctx0" brushRef="#br0" timeOffset="909">987 283 7729,'-8'0'971,"0"0"1,6 1 78,-2 3-319,-3-3-510,1 5-44,-6-6-357,5 0 568,-3 0 304,9 0-159,-5 0 83,6 0 9067,0 0-9107,0-6-932,0 5 1,4-5 537,0 2 0,7 2 275,0-2 1,2-1-369,7 1 1,0-1 17,3 1 0,6 2-976,2-6 391,3 5 1,0-3 0,-1 3-909,-2-1 1,-5-1 363,2 1 1,-5 3-387,-3-3 1,-7 2-545,-5 2 616,-6 0 1,1 0 332,-11 0 0,-5 2 493,-10 2 1,-6 2 509,-3 6 0,-43 0 0,-13-1 0</inkml:trace>
  <inkml:trace contextRef="#ctx0" brushRef="#br0" timeOffset="1109">999 318 18275,'-8'5'415,"1"3"-276,2 3 1,-4 7 67,1 6 1,-1-1-639,1 4 1,-2 4-339,2 0 1,3 2-543,1-2 1,-2-2 177,2-6 0,1-1 1133,3-2 0,10-19 0,3-9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06.148"/>
    </inkml:context>
    <inkml:brush xml:id="br0">
      <inkml:brushProperty name="width" value="0.06" units="cm"/>
      <inkml:brushProperty name="height" value="0.06" units="cm"/>
      <inkml:brushProperty name="color" value="#FF0066"/>
    </inkml:brush>
  </inkml:definitions>
  <inkml:trace contextRef="#ctx0" brushRef="#br0">400 71 8113,'0'-17'0,"0"4"-33,0-2 397,0 7 700,0-3-501,0 10-504,0-4-102,0 5 93,0 0-104,0 5-257,0-4 174,0 5 218,0-6 447,0 0-412,0 5-416,0-4 90,0 4-147,0-5 5899,0 0-5405,0 6-866,0-5 209,0 4 207,0-5 200,0 0 164,0 5 0,-1 2-48,-3 5 0,2 1 269,-6 2 0,0 9-280,-4 7 0,-4 5-24,1 3 1,-6 3 53,1 5 1,-2 0 43,-1 0 1,3-6-426,0-1 1,2-1-108,-2-4 0,3-6-273,6-10 1,4-8-373,3 1 333,3-8 0,2 1 161,3-5 1,7-7 96,4-4 1,6-6 519,-1-7 0,18-52 0,5-13 0</inkml:trace>
  <inkml:trace contextRef="#ctx0" brushRef="#br0" timeOffset="208">271 165 8025,'0'-23'0,"0"1"0,0 2 0,4 3 0,0 5 0,5 6 0,-1 2 0,2 3 1911,2 1 0,1 0-893,3 0 0,3 0-333,9 0 0,1 5-352,2 3 1,2 6-144,-6 2 0,1 6-70,-5 1 0,-1 2-178,-2 7 1,-4-5 183,-9 4 0,-1-3-78,-6 3 0,-3-5-146,-5 2 0,-6 1-40,-14-2 0,-3-3-57,-8-5 0,2 1 61,-2 3 1,4-4-1005,3-4 1,5-3-1155,7-4-362,3 2 2654,11-8 0,53-34 0,18-13 0</inkml:trace>
  <inkml:trace contextRef="#ctx0" brushRef="#br0" timeOffset="525">835 471 8772,'6'-12'1145,"-5"1"-1951,4-1 4273,-5 0-1549,0 6-1802,0-5-178,0 10 0,-5 0 0,-3 6-348,-2 1 1,2 2 229,0 4 1,2 0-91,-2-1 1,-1 1-62,5 0 248,0 0-217,4 0 341,0-1 0,5-4 0,4-3 348,5-3 0,1-1-158,4 0 1,1-7 129,4-4 0,-1-2-92,1-7 1,-1-3 44,1-5 0,-6-5-425,-2 2 0,-9 2 122,-3 2 1,-4 3-88,-4 5 0,-2 3-322,-6 8 1,-5 4-451,-2 8 0,-4 4 225,0 8 0,1 2-301,2 6 1,4-1 266,8 1 0,3-1-718,5 1 1375,0-1 0,79-5 0,19-1 0</inkml:trace>
  <inkml:trace contextRef="#ctx0" brushRef="#br0" timeOffset="933">1412 424 7897,'8'-4'2750,"-1"0"-1624,-4-5 0,2 7 802,-5-6-1466,0 5 1,-5-2-426,-3 5 1,-8 0-243,-3 0 1,-7 5-222,-2 3 1,-3 2 181,3 2 1,-3 4-324,4 0 0,-1-1 44,5-3 0,4 0 81,4 0 0,7-1 14,4 1 0,5-5 97,7-4 1,5-1 229,11-2 1,4-2 25,4-1 0,4-5 132,0-8 1,2 2 54,-7-6 1,-2 6 234,-2-2 0,-3-1 558,-5 1 0,-2 5 80,-5 3-237,-5 5-396,-2-2 0,-5 17-54,0 7 1,-5 11 23,-3 13 0,-3 2 145,-1 10 1,1-4-171,-1 4 0,-4-6-49,1 2 1,-6-2-416,1-2 0,-3-7 179,-5-5 1,3-5-107,-2-6 0,-2-7 221,2-5 1,-1-6 302,5-6 1,3-1-167,1-3 0,4-4 105,-1-8 1,9-2-220,3-5 0,4-5 11,4 1 0,5-5-1333,10 5 1,2 1 660,11 6 1,-1-1-1222,4 6 0,1-4 734,-1 8 1,-5-2-1663,-3 9 2660,-2 0 0,-17 19 0,-4 5 0</inkml:trace>
  <inkml:trace contextRef="#ctx0" brushRef="#br0" timeOffset="1466">12 1353 7845,'0'-12'0,"0"1"4831,0 4-3271,0-3 0,0 7 673,0-5-1437,0 6-669,0-4-262,0 6 176,0 6 0,0 0 0,-1 6 513,-3 0-408,3 5 1,-4-4 0,5 2 9,0-2 0,0-1-27,0 0 0,0-4 563,0 0-330,0-1 0,5 0 138,3-3 1,7-3-847,5-1 1,3-10 254,5-6 0,2-5-1928,5-2 0,-3-5 1000,-1 1 1,-6-1-2377,-2 5 3395,1 5 0,-27 42 0,1 17 0</inkml:trace>
  <inkml:trace contextRef="#ctx0" brushRef="#br0" timeOffset="1615">342 1612 12449,'0'6'2569,"0"1"-4128,0-3-354,0-3 1,0 10 1912,0-4 0,47 9 0,11 2 0</inkml:trace>
  <inkml:trace contextRef="#ctx0" brushRef="#br0" timeOffset="1898">918 1506 7824,'-2'-8'1267,"-1"0"0,0 6-415,-5-2 1130,6-3 0,-9 2-954,3-3 1,2 3-1634,-2 5 0,0 0-1,-4 0 0,4 0-260,1 0 1,0 5 534,-1 3 0,3 3 20,5 0 0,-4-3 336,0 0 0,0 4-231,4 3 1,5 1 661,3-4 1,4 1 116,4 3 0,-2-3 407,6 2 0,-2-2-423,2-1 0,0 0 43,-4 0 1,0-2-407,-4-2 0,-5 1-327,1-5 1,-6 5-42,-2-1 1,-8 2 214,-12 2 1,-6 4-3168,-13 0 3126,-3 4 0,-42-1 0,-8 4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12.043"/>
    </inkml:context>
    <inkml:brush xml:id="br0">
      <inkml:brushProperty name="width" value="0.06" units="cm"/>
      <inkml:brushProperty name="height" value="0.06" units="cm"/>
      <inkml:brushProperty name="color" value="#FF0066"/>
    </inkml:brush>
  </inkml:definitions>
  <inkml:trace contextRef="#ctx0" brushRef="#br0">83 188 8182,'-12'-5'-127,"1"-1"1,-1-2 3,0 0 711,0 0 0,4 0 269,1 0-192,4 6-611,-2-3 289,5 5-247,0 0 1,5 1 76,3 3 0,4-2 89,3 6 0,5 0-116,7 4 0,5-4-150,7 0 0,4-1 85,8 5 0,-1-5-149,4-3 0,5 1-1,4-1 1,5 0 102,-1-4 0,6-2-726,1-2 0,-2 2 315,-9-6 1,-7 4-739,-13-4 1,-8 4 25,-7-3 1089,-3-1 0,-18-20 0,-3-3 0</inkml:trace>
  <inkml:trace contextRef="#ctx0" brushRef="#br0" timeOffset="185">965 0 8232,'1'7'404,"3"-3"1,4 2-390,8 2 0,5 6-68,10 2 1,12 6 1388,16 2 1,5-1-562,7 5 0,-13-7-245,-7-2 0,-10-4-320,-14 0 1,-10-2-351,-13-1 0,-14 5-63,-10 3 0,-14 7-386,-13 5 0,-16 7 589,-11 4 0,13-21 0,-13 0 0,-2 1 0,-5 1 0,-1 0 0,0 1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15.923"/>
    </inkml:context>
    <inkml:brush xml:id="br0">
      <inkml:brushProperty name="width" value="0.06" units="cm"/>
      <inkml:brushProperty name="height" value="0.06" units="cm"/>
      <inkml:brushProperty name="color" value="#FF0066"/>
    </inkml:brush>
  </inkml:definitions>
  <inkml:trace contextRef="#ctx0" brushRef="#br0">259 1 12167,'0'36'642,"0"4"-634,-5 7 0,-1 11-193,-2 9 0,-1 6-177,5 2 0,-3-1-222,3-3 0,0-12 1,5-10 583,3-11 0,13-34 0,8-13 0</inkml:trace>
  <inkml:trace contextRef="#ctx0" brushRef="#br0" timeOffset="183">59 318 8020,'-12'-5'2709,"-5"-1"-2188,4-6-416,1 5 1498,7 2-1122,10 5 0,2 0 0,6 0-762,3 0 0,3 4 99,9 0 1,2 1-1180,5-1 1,5-3 265,4 3 0,5-1-951,2 1 2046,5-3 0,2-7 0,6-4 0,8-3 0,0 0 0</inkml:trace>
  <inkml:trace contextRef="#ctx0" brushRef="#br0" timeOffset="641">906 307 8084,'6'0'4850,"-1"5"-3848,-5-4-477,0 4-472,0-5 1,-5 0 38,-3 0 1,2 0-247,-2 0 0,0 0-13,-4 0 0,-3 2-117,-1 2 1,-1 2 17,1 6 0,3 5 10,-3 2 0,-1 4-56,2 0 1,3 1 166,4-1 1,6-1-585,-2-2 505,2 2 0,8-10 0,3 0 12,5-7 1,10-6 32,7-7 0,2-7-48,-2-12 0,3 0 194,-3-9 1,-2 5 383,-1-4 1,-5 1 150,-3 6 0,-5 6 6,-7 6-76,-3 8-238,-5 3 0,0 16 11,0 4 1,-1 8 91,-3 4 1,3 2 27,-3 2 0,-1 2-240,1-6 1,0 5-177,4-5 1,0-1-387,0-6 0,0-7 271,0-5 0,1-6 461,3 2 1,3-8-64,4-4 1,1-9 518,0-6 1,1-6-220,3-6 1,1 1-8,2 3 1,3 2-67,-2 5 1,-2 1-145,2-1 1,-4 6-534,3 2 0,-8 8 241,0 5 1,-5 1-741,1 2 0,-4 5 359,1 3 0,-3 8-660,-1 4 0,0 3 215,0 5 1,-4-2-21,0 5 1,1-5 862,3 2 0,52-9 0,13-2 0</inkml:trace>
  <inkml:trace contextRef="#ctx0" brushRef="#br0" timeOffset="1400">1599 354 7857,'9'-16'195,"3"0"0,3-1 244,-4 2 1,0 1 2984,-3-1-2529,-3 2 0,-5 5-4,0 0-349,0 5-884,-5-2 0,-6 10 81,-4 3 1,-5 8-124,4 4 0,-5 3 256,2 5 1,0-2-74,0 5 0,4-5-323,0 2 1,3-4 145,4 0 0,-1-2-442,5-2 501,0 2 0,7-14 70,5 0 1,5-8 203,10-8 1,1-7 153,-1-12 1,1 1-43,-1-6 1,-4 6 214,-4-1 0,-2 3 198,-1 5 0,-5 2 19,-3 5-67,-3 6 1,-2 7-103,-3 11 1,-3 12 324,-5 16 1,1 4-202,-1 15 1,0-3-109,0 7 1,1-1-222,-1-3 0,0 1-127,0-9 1,2-1-271,2-7 0,-2-4 222,2-7 0,1-5-492,-1-7 0,4-9 238,-3-7 0,4-5-219,-1-7 1,-1-7-1,1-17 0,-4-1-98,4-10 1,0 2 347,4-3 0,5 0 232,3 5 0,8 0 169,4 3 0,3 5 483,5 0 1,2 3 30,5-3 0,9 5-304,3-2 1,3 9 594,-3 3 0,-1-1-402,-3 1 1,-5 1-360,-11 3 0,-5 0-15,-10 0 1,-5 5-1,-3-1 1,-3 0-181,-1-4 1,-1 4 73,-3 0 0,1 1-72,-5-5 0,0 4 8,-3 0-176,-1 6 1,0-4 22,0 6 1,1 6 8,-1 1 0,0 9 35,0 4 0,1 2-45,-1 1 1,4 1-29,0-1 0,5 1 87,0-1 0,1 1-305,2-1 1,2 0 126,1-4 0,4-2 1,5-5 1,5-5 246,2-4 0,5-4 232,3-7 1,-2-6-187,3-13 1,-4-4 30,0-4 0,2-4-183,-2 0 0,0 0 96,-8 3 0,1 1 162,-1 0 1,-3 5-15,2 2 1,-5 9 63,-3 3-5,-4 8 412,2 3-318,-5 5 0,-4 5-55,0 3 1,-3 8 388,3 3 1,0 9-200,4 3 1,0 3-264,0 1 1,1 8 94,3 1 1,0-1-1097,8-8 0,-3 0 318,7 1 1,-5-3 49,-3-1 1,1-9-1156,-5-7 92,0-8 1,-7-4 1570,-4-8 0,-43-65 0,15 24 0,1-1 0</inkml:trace>
  <inkml:trace contextRef="#ctx0" brushRef="#br0" timeOffset="1523">1929 330 7738,'11'4'2719,"1"0"0,0 0-1357,0-4 0,5 0 498,2 0 1,11-5-967,9-3 1,10-1-1205,14 1 1,2-1-1152,5 5 1,-4 0-4105,-4 4 5565,-12-5 0,-15-7 0,-12-6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28.847"/>
    </inkml:context>
    <inkml:brush xml:id="br0">
      <inkml:brushProperty name="width" value="0.06" units="cm"/>
      <inkml:brushProperty name="height" value="0.06" units="cm"/>
      <inkml:brushProperty name="color" value="#FF0066"/>
    </inkml:brush>
  </inkml:definitions>
  <inkml:trace contextRef="#ctx0" brushRef="#br0">370 125 7591,'0'-8'3559,"0"0"1,0 4-1546,0-3-1560,0 4 1,-3-2-304,-4 5 0,-3 0-320,-9 0 1,-1 6 0,-5 6-29,-2 6 0,-4 10 203,-9 3 0,4 14 6,-3 5 0,3 11-259,5 1 1,8 4-52,7-8 1,9 1 57,7-12 0,11-5 154,8-15 1,5-6-124,3-13 1,3-4 168,6-8 1,-2-2 141,-3-6 1,3-6-41,-3-6 1,2-1 121,-2-6 0,2-4 129,-6-5 0,-4 0-135,-8 1 1,-6-4-473,-1-8 0,-6-2 198,-2-1 0,-11-3-717,-8 6 1,-5 6-322,-3 5 0,-2 10-2053,-2 7 3187,-3 10 0,-2 44 0,-6 15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24.656"/>
    </inkml:context>
    <inkml:brush xml:id="br0">
      <inkml:brushProperty name="width" value="0.06" units="cm"/>
      <inkml:brushProperty name="height" value="0.06" units="cm"/>
      <inkml:brushProperty name="color" value="#FF0066"/>
    </inkml:brush>
  </inkml:definitions>
  <inkml:trace contextRef="#ctx0" brushRef="#br0">657 282 7905,'12'-5'450,"-5"-7"0,2-2 0,-5-6 1515,-2 0-1479,0 3 1,-2-4-1,-2 4 467,-2-2-715,-2 5 1,-6-3 0,-1 5 133,-3 1-281,3-1 1,-9 4 0,3 1-191,-4 2 1,-4 1 61,-1 4 0,-8 7-200,1 5 1,-8 5 149,-1 6 1,-1 6-138,-2 2 1,6-2-418,6-2 496,0 3 0,15-5 1,0 3-12,6-4 0,7-1 27,4-4 1,3 7-118,3-2 0,9 3-31,8 1 0,6 2-308,1 5 0,5 0-177,-5 1 511,1-6 0,-5 4 0,-1-3 84,-2 3 1,-4 0 0,-9-3 1,-1 3 223,-6-2 0,-6 2 8,-1 1 0,-9 4 33,-4 0 1,-3 4 24,-5-3 1,4-1 108,-4-4 0,7 3-31,2-3 0,4-2-176,0-10 1,5 1 69,3 0-85,-1 4 1,0-3-1,1 4-130,2 0 0,-3-3 154,4 5 1,-5 6-2,1 6 0,2 3 45,-2 1 1,2 0 168,-2 0 0,-1-2-73,5-2 1,-2 1-80,2-9 0,3 1-47,-3-8 0,4-1-101,4-3 1,-1-11-63,5-5 1,-3-6-180,7-2 1,-2-1 292,10-3 0,5-52 0,1-25 0,5-7 0,0 1 0</inkml:trace>
  <inkml:trace contextRef="#ctx0" brushRef="#br0" timeOffset="1233">1175 153 7893,'0'-12'1323,"-1"2"-662,-3 2 1177,2-2-1166,-3 3 0,0-1-426,-3 0-283,-2 1 1,-2 0 0,-1 3-552,-3 3 1,2 1 46,-6 0 430,6 5 0,-7-2 0,5 6-398,2 4 317,1-1 1,5 5 0,1-4-375,2 2 448,1-2 1,9 8 0,3-4 197,3 2 1,6-1-11,2 1 1,4 4 93,0-4 0,1 0-11,-1 0 0,-1-4-102,-2 0 0,-3-2 180,-5-1 0,-2 0-28,-2 0 1,-3-5 114,-5 1 0,-9 1-229,-3 7 1,-7-3-299,-1 3 0,-6-3 0,-2-1 1,1-2-407,4-2 0,-1-3-499,0-5 0,5-12 28,-1-7 1086,11-14 0,16-24 0,7-11 0,6-8 0,-1 0 0</inkml:trace>
  <inkml:trace contextRef="#ctx0" brushRef="#br0" timeOffset="1415">1563 0 8545,'0'8'1333,"0"0"1,0 1-794,0 7 1,-1 3-327,-3 9 1,-7 7-173,-4 8 1,-2 7-196,1 1 1,3 0 205,-3-4 0,8-5-663,4-3 0,-1-4 236,1-4-957,0-7 1,10-12-3,1-8 1333,9-3 0,13-64 0,7-15 0</inkml:trace>
  <inkml:trace contextRef="#ctx0" brushRef="#br0" timeOffset="1591">1398 177 7816,'8'6'1530,"0"-2"0,-4 1-698,4-1 0,1 0-183,7-4 1,-2 4-729,6 0 1,4 1-762,8-1 0,2-1 373,1 5 0,4-5-288,0 5 1,4 0-546,-3 4 1,-6 0 1299,-7-1 0,-13 6 0,-3 2 0</inkml:trace>
  <inkml:trace contextRef="#ctx0" brushRef="#br0" timeOffset="2091">1775 459 7785,'6'12'0,"5"-2"981,-4-2 1,4-3-399,1-5 0,-1 0-137,1 0 1,5-1-19,3-3 0,3-3 32,5-4 1,-4-6-300,4-3 0,-5-1-204,-3 1 1,1-4-38,-5 4 1,-6-5 148,-6 6 0,-3 0-443,-1 0 0,-1 4 133,-3 0 1,-6 3-259,-6 4 1,-5 3 199,1 5 1,-6 5 22,-1 3 0,-1 6 265,5 2 0,-1 5 221,1-2 1,1 4-67,2 0 1,-1 1-65,5-1 0,2 1 73,6-1 0,3 0-39,5-4 0,1 2-98,3-5 1,9-1-36,11-3 1,3 0-142,5 0 0,6-6 65,-3-2 1,4-3-102,0-1 0,2-5-49,2-3 0,-3-2 110,-4-2 1,-5-4 99,0 1 1,-6-5-88,-1 4 1,-6-3-158,-6 3 0,-6-3 45,-2 3 0,-2 0 104,-2 5 0,-7 0 85,-5 3 1,-1 3 242,-6 5 1,-1 0 107,-4 0 0,1 1-177,-1 3 0,5 4 100,-1 8 1,2-3-50,-2 2 0,3 2 109,6-1 1,-1 4-171,0-5 1,6 5-243,2-4 1,2 1 25,2-2 1,9-3-207,3 0 1,13-2-144,2-6 1,7 0 150,6-4 1,0-6-346,3-6 0,2-1 192,-6-7 0,-1 1 111,-7-5 0,-6 1 337,-5-1 0,-17-20 0,1-6 0</inkml:trace>
  <inkml:trace contextRef="#ctx0" brushRef="#br0" timeOffset="2384">2457 377 14784,'6'6'700,"-1"4"-494,-5-2 0,0 3 0,0 1 1,0 1-317,0 2 97,-5-2 0,4 4 1,-3-5 134,3 0 1,1-4-30,0 0 1,-4-5 858,0 5-609,0-5 1,5 0-9,3-11 1,3 0-282,4-8 0,1-2-230,0-2 1,4 2-850,-1-2 1,1 6 523,-4-2 1,-1 5-1078,1 3 1,0-1 721,0 5 1,-4-4-2495,-1 4 3350,1 0 0,4 20 0,0 3 0</inkml:trace>
  <inkml:trace contextRef="#ctx0" brushRef="#br0" timeOffset="2532">2798 424 8621,'0'11'3891,"0"-4"-840,0 3-1070,0-3-1491,0 5 1,-2-1-1860,-2 1 1094,3 0 0,-8-4 0,4 0-4498,-2 1 4773,-1-4 0,12-36 0,4-15 0</inkml:trace>
  <inkml:trace contextRef="#ctx0" brushRef="#br0" timeOffset="3475">2903 141 7639,'6'7'0,"-5"-1"0,3-2 2628,-3-2 1,-1 4-1315,0-2 0,0-1-1527,0 5 1,0-1 104,0 5 1,0 4-1569,0-1 1,0 1 464,0-4 0,0 0 93,0-1 1,0 1 764,0 0 0,2-6 353,1-2 159,4 3 0,5-6-144,0 3 0,-5-8 254,1-4 1,-4 2-241,4-2 990,-5 0 0,3 0 560,-2 1-692,-3 4-706,5-2-491,-6 5-549,-6 0 675,0 5 0,-2-2-137,0 4 0,5-3-206,0 4 89,-4-5 467,6 2 0,-4-4 959,5 3-161,0-3 721,-6 5-686,5-6-111,-4 0-555,5 0 413,0 0-630,0 5 1,0-2-125,0 4 21,0 1 0,0 4-220,0 0 0,-4 0 18,0-1 482,0 1 0,4 0-36,0 0 1,-1-5-259,-3 1 54,2-5 37,-3 2 1,7-5 44,1 0 1,0-5-145,5-3 0,1-8-137,7-3 1,-2-3 95,6-2 0,-1 2 306,5 2 1,-1-1-125,1 6 1,-1-1-266,1 4 1,-1 2-35,1 2 0,-2 3-51,-2 5 0,-3 2-4,-6 6 0,0 0-192,-3 8 0,1-2 354,-5 2 1,0-3-3,-4 2 1,0-5-199,0-3 0,0 1 288,0-1 390,0-2 1,1-5 592,3 0 0,-1-5-271,4-3 1,-3-3 298,4 0 0,-1-1-442,1 0 0,-2 4 243,-2 1-592,-3-1-17,5-4 0,-8 5-299,-2 3 0,-2 3 61,-6 1 0,-5 1-115,-3 3 0,3 3 61,2 5 0,2-1 0,1 1 0,0 0-300,0 0 0,2-1 189,2 1 1,3-4-808,5 0 742,0-5 0,1 2 669,3-5-57,3 0 1,4 0 255,1 0 0,-4 0-327,0 0 0,-4 0 80,4 0 0,-6 5 38,2 3 0,-3 7 9,-1 5 1,0 11 91,0 5 0,0 11-71,0 0 0,0 6-429,0-2 0,-5 2 71,-3-2 1,-2-4 156,-2 0 1,0-7 76,1-9 1,-5-2 134,0-5 1,-1-7 169,2-6 0,2-5-171,-3-10 1,-1-4 28,1-8 1,-5-3-166,2-9 0,-3-3-146,-2-8 1,6 1-231,2-5 1,4 5-510,4-1 1,3 7-61,5 5 1,11 3-834,4 5 1,8 2 511,4 5 0,-1 4 229,5 0 848,-4 6 0,17-4 0,-1 6 0</inkml:trace>
  <inkml:trace contextRef="#ctx0" brushRef="#br0" timeOffset="3615">3527 753 7605,'4'12'2195,"0"-1"2834,-1 1-5126,-3 0 1,-1-6-2841,-3-2 2937,-2-2 0,-22-70 0,-3-17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29.738"/>
    </inkml:context>
    <inkml:brush xml:id="br0">
      <inkml:brushProperty name="width" value="0.06" units="cm"/>
      <inkml:brushProperty name="height" value="0.06" units="cm"/>
      <inkml:brushProperty name="color" value="#FF0066"/>
    </inkml:brush>
  </inkml:definitions>
  <inkml:trace contextRef="#ctx0" brushRef="#br0">154 1 7591,'0'12'1473,"0"-1"269,0 1 1,0-4-84,0 0 41,0-6-1112,0 9-409,-6-10 1,4 10-1,-6-5-1292,-1 1 789,-2 3 1,0-3-460,-1 4 1,-1-3-908,-3 0 0,3-4 1690,-3 4 0,-2-21 0,0-2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37.340"/>
    </inkml:context>
    <inkml:brush xml:id="br0">
      <inkml:brushProperty name="width" value="0.06" units="cm"/>
      <inkml:brushProperty name="height" value="0.06" units="cm"/>
      <inkml:brushProperty name="color" value="#FF0066"/>
    </inkml:brush>
  </inkml:definitions>
  <inkml:trace contextRef="#ctx0" brushRef="#br0">82 0 7928,'24'0'1987,"3"0"-1540,1 0 0,-2 2-1100,-6 2 0,0 4 159,-4 7 0,-4 4 1142,-4 4-580,-6 6 1,-2 5 0,-9 6-613,-5 2 1,-10-3 543,-7 4 0,-55 1 0,35-21 0,1 1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37.656"/>
    </inkml:context>
    <inkml:brush xml:id="br0">
      <inkml:brushProperty name="width" value="0.06" units="cm"/>
      <inkml:brushProperty name="height" value="0.06" units="cm"/>
      <inkml:brushProperty name="color" value="#FF0066"/>
    </inkml:brush>
  </inkml:definitions>
  <inkml:trace contextRef="#ctx0" brushRef="#br0">389 12 7778,'10'-1'373,"-2"-3"468,3 3 764,-10-5-474,4 6-761,-5 0 1,0 11-191,0 5 0,-5 12 1,-4 12 103,-6 9 1,-4 14-257,-9 7 0,-3 15-313,12-38 0,-1 0 0,-1 3 0,0 0-1150,-2-3 1,-1 0 1434,1-2 0,-1 1 0,-9 17 0,-2 4 0,-2 3 0,1 1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36.897"/>
    </inkml:context>
    <inkml:brush xml:id="br0">
      <inkml:brushProperty name="width" value="0.06" units="cm"/>
      <inkml:brushProperty name="height" value="0.06" units="cm"/>
      <inkml:brushProperty name="color" value="#FF0066"/>
    </inkml:brush>
  </inkml:definitions>
  <inkml:trace contextRef="#ctx0" brushRef="#br0">12 400 8081,'-4'-8'0,"0"0"0,2-1 0,1-1 0,1-2 395,0 0-300,5 6 1,7-3 0,10 3 1640,8 0-1110,6 3 0,22-2-292,5 5 0,14 0-395,5 0 1,13 0 0,3-1-290,-46-1 1,0 0 0,-2 1 0,0-1 98,48-6 1,-8 0-195,-3-3 0,-6 3-1740,-7 0 2185,1 5 0,-5-7 0,7 3 0</inkml:trace>
  <inkml:trace contextRef="#ctx0" brushRef="#br0" timeOffset="158">1518 0 8081,'6'5'0,"3"-2"171,-5 5 0,4 5 187,-4 7 0,0 8 308,-4 8 0,-2 5-763,-1 10 1,-4 7-348,-5 5 1,1 3 108,-1-3 335,0-6 0,5 17 0,2-1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5:43.780"/>
    </inkml:context>
    <inkml:brush xml:id="br0">
      <inkml:brushProperty name="width" value="0.06" units="cm"/>
      <inkml:brushProperty name="height" value="0.06" units="cm"/>
      <inkml:brushProperty name="color" value="#FF0066"/>
    </inkml:brush>
  </inkml:definitions>
  <inkml:trace contextRef="#ctx0" brushRef="#br0">47 718 7933,'0'-20'0,"0"1"-578,0-2 1,0 3 0,0-3 577,0-4 0,21-25 0,5-11 0</inkml:trace>
  <inkml:trace contextRef="#ctx0" brushRef="#br0" timeOffset="759">47 189 8221,'-12'0'-148,"1"-4"-592,-1 0 614,5 0 1006,2-1-751,5-2 0,1 0-139,3-1 42,-2 5 0,8-6 56,-2 5 1,-2 0-1,2 3 77,1-3 53,-3 3 0,4-5 419,-2 6-372,-3 0-100,6 0 0,-9 0 154,6 0-53,-5 0-220,7 0 70,-3 0 1,4-4-110,1 1 0,0-1 33,0 4 0,-1 0 32,1 0 0,1-4-40,3 0 0,-2 0-109,6 4 0,0 0 161,3 0 0,1 0-2,-1 0 1,1-4-108,-1 0 1,5-1 71,-1 1 0,0 3 5,-3-3 0,3-2 9,1 2 0,-1-3 4,-3 3 0,-5-4-10,1 4 1,-2-4-7,2 4 0,5-1-137,-6 1 1,6 3 120,-5-3 1,3 3-217,5 1 0,-4 0 111,4 0 0,-2 0-48,2 0 1,-5 1 95,1 3 1,2-3-18,-7 3 0,6-1 72,-5 1 1,-2-3 189,2 3 1,-1-3-38,5-1 0,-1-4-70,1 0 0,1-1-60,2 1 1,3 3 27,5-3 1,2-1 36,2 1 0,-2 0-107,2 4 1,-3 0-138,0 0 0,-5 0 104,0 0 0,1 0-23,3 0 1,2 4-19,2 0 1,4 0 47,8-4 0,3 0 69,4 0 0,5 0-73,0 0 0,11 0-183,5 0 0,12 0 239,-41-1 1,2 2-1,6-1 1,2 1-164,0 0 0,1 2 1,7 0-1,0 2 114,0 2 1,1 1 0,4 1 0,1 2-305,3 2 0,2 1 0,3 1 0,1 0 267,-1 3 1,1 0 0,4-1 0,-1 1 63,-5-1 0,-1 1 1,6 2-1,1-1-512,0 1 0,2 0 0,3 1 1,0 1 350,2-2 1,0-1 0,4-1 0,-1-2-133,-3-2 1,0-1 0,4-1 0,1-1 104,-32-6 1,0 1 0,-1-2 0,1 0 0,-1 0 0,1-1-68,1-2 0,0-1 1,0-1-1,32-4 0,-1-1 37,-33 2 0,1-1 0,0-1 0,0-3 0,0 0 0,1-1-820,2-1 0,1-1 0,0 0 1022,4-3 0,1 0 0,0-1 0,-1 1 0,-1-1 0,2 0 0,4-2 0,1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6:04.231"/>
    </inkml:context>
    <inkml:brush xml:id="br0">
      <inkml:brushProperty name="width" value="0.06" units="cm"/>
      <inkml:brushProperty name="height" value="0.06" units="cm"/>
      <inkml:brushProperty name="color" value="#FF0066"/>
    </inkml:brush>
  </inkml:definitions>
  <inkml:trace contextRef="#ctx0" brushRef="#br0">93 185 8230,'-13'1'0,"-3"2"-404,-3 1-117,2 0 1464,0-4-582,10 0 0,3 0 482,8 0-653,8 0 0,6 0 1,6 0 346,-1 0-344,6 0 0,2 0 0,7 0 159,1 0 1,7 4-95,1-1 1,3 3 218,9-2 0,8-2-183,16 6 0,10-1-383,-43-4 0,1 1 0,7 1 1,1 0 139,3-3 1,1-1-1,6 2 1,1-2 72,3 0 1,3-2 0,8 1 0,3-1-415,2 0 1,2-2 0,5 0-1,1-2 345,-29 1 0,0-2 0,0 1 1,5-1-1,1 0 0,1-1-373,8 0 1,1-1-1,0 0 1,4-1 0,1 0-1,1-1 291,2 1 0,1 0 0,0 0 0,5 0 0,0-1 1,0 2-352,0-1 0,-1 2 1,2-1-1,-21 2 1,1 1-1,1-1 0,-1 1 0,2 0 1,0 0-1,1 0 1,0 0-1,2 1 1,0-1-1,1 1 1,0 0 377,-1 1 0,0 0 0,1 0 0,-1 0 0,1 1 0,1-1 0,-1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6:11.681"/>
    </inkml:context>
    <inkml:brush xml:id="br0">
      <inkml:brushProperty name="width" value="0.06" units="cm"/>
      <inkml:brushProperty name="height" value="0.06" units="cm"/>
      <inkml:brushProperty name="color" value="#FF0066"/>
    </inkml:brush>
  </inkml:definitions>
  <inkml:trace contextRef="#ctx0" brushRef="#br0">12 1059 18337,'-6'0'833,"1"0"1,6-1-646,3-3 0,2-4 0,6-7 1,5-10-161,3-11 1,12-11 133,8-11 0,7-17-112,-20 33 1,1-2 0,1-4-1,2 0-184,4 0 1,0-2-1,-2 0 1,-2 0 128,-1 2 0,-1 2 0,19-35-51,-8 14 0,-10 18-114,-7 9 1,-2 10 43,-9 11 164,2 2 222,-7 10-207,-1 2-155,-1 5 1,-3 0 417,2 0 1,-2 5-431,6 3 1,1 9 143,7 6 0,-2 13-44,6 11 0,0 10 128,3 10 0,1 7 208,-1 5 0,-3 2-70,-1 1 1,-4-2 61,0-6 0,2-7-700,-1-16 1,1-7-1442,-1-12 0,-2-1-2111,6-7 1,-5-4 3937,5-8 0,-6 0 0,3 0 0</inkml:trace>
  <inkml:trace contextRef="#ctx0" brushRef="#br0" timeOffset="158">436 648 12127,'8'-7'2487,"1"2"-3340,4 0 0,10-2 574,13-5 279,9-5 0,41 1 0,18-2 0,-28 4 0,0 0 0,0-1 0</inkml:trace>
  <inkml:trace contextRef="#ctx0" brushRef="#br0" timeOffset="450">1459 401 7824,'0'-7'4915,"0"2"0,-5 5-3650,-3 0 1,-3 0-1652,0 0 1,-3 0-14,-1 0 0,0 5-574,-4 3 1,3 3 461,-3 0 1,8 1-179,-1 0 0,4 0 170,1-1 0,1 2 146,6 3 1,6-2 339,1 6 0,9-4-75,4 3 1,7 0 490,5 0 0,-2 2 150,1-5 0,-5 3 409,2-3 1,-5 0-349,-3-5 1,-5 5 149,-7 0 1,-3 0-296,-5-5 1,-2 6-144,-6 3 0,-6 2-431,-14 2 0,-3-2-648,-8-3 0,-3 1-943,-5-8 0,5-3 1716,3-9 0,23-58 0,7-13 0</inkml:trace>
  <inkml:trace contextRef="#ctx0" brushRef="#br0" timeOffset="766">2082 354 7758,'18'-6'1356,"-1"5"1695,-5-3-306,-5-2-1383,-2 4-1025,-5-3 0,-5 6-39,-3 3 0,-8-1 130,-3 5 1,-4 4-175,0 3 1,-1 2-44,1-1 0,1-2-198,2 6 0,2-6-247,2 2 0,4 1-123,0-1 1,2 1 74,6-2 1,1 0-223,7 4 0,8 1 256,8 3 1,7 1 164,5-1 1,5-3 212,3 0 1,4-5 424,-1 5 1,2-4-298,-2 3 1,-8-8 104,-8 0 0,-8-1-508,-8 1 0,-5 1 133,-10 0 0,-11 0-396,-12-1 0,-10 1-299,-14 0 0,-6-6-608,-6-2 1,-5-4 354,2-4 1,-2-5 959,1-10 0,55-69 0,16 31 0,-1 0 0</inkml:trace>
  <inkml:trace contextRef="#ctx0" brushRef="#br0" timeOffset="1216">2670 389 10976,'0'-12'3751,"0"6"-2772,0 0-646,0 6 1,-1 0-390,-3 0 70,-3 0 1,-8 6 141,-1 2 0,0 3 19,4 5 0,-1 2-67,-2 6 0,0-1 12,-4 1 0,4 6-167,0 5 1,3 2-69,4 6 0,3 4 125,5 4 0,5-5-628,3-7 1,9-8 55,6-3 1,6-10-122,6-6 1,2-7 488,2-9 0,3-8 327,5-7 1,-1-13 3,-3-3 1,-4-8 439,-8 0 0,-3-2-385,-8 2 0,-5-5-7,-7 5 0,-8-4-472,-8 7 1,-11 3-126,-5 5 1,-7 6-321,-1 10 0,2 6 171,-1 10 1,1 6-185,-1 6 0,-2 5 21,5 7 1,1 3 723,4 1 0,15 10 0,4-2 0</inkml:trace>
  <inkml:trace contextRef="#ctx0" brushRef="#br0" timeOffset="1683">3728 483 9555,'-1'-6'2760,"-3"2"1,2-2-2179,-6 2 1,0 1-278,-4 3 0,-1 0-225,-3 0 1,1 1-158,-9 3 0,2 4 217,-9 7 1,-1 4 66,-3 4 0,1 2-27,3 2-113,-3 3 1,9 6 0,-1-1-121,5 0 1,5 1-46,8-1 0,3-5-104,5-3 1,10-5-172,6-6 1,10-1-565,6-12 0,7 1-438,4-4 981,3 0 0,1-9 1,0-4-340,0-4 1,-4-8 372,0-6 0,-1-3 153,1-1 0,-8-1 65,-7 1 1,-3 5 54,-2 3 504,-5 2 1008,-6 7-250,-7 6 1,-10 13-473,-3 11 0,-7 5 315,-5 6 0,-6 7-498,-2 6 0,1-1-587,3 4 1,6-2-231,2-2 0,5-5-214,3-2 0,-1-5-506,5-3 1,5-5 1016,7-7 0,19-45 0,9-25 0,2-3 0,1-1 0</inkml:trace>
  <inkml:trace contextRef="#ctx0" brushRef="#br0" timeOffset="1815">4058 342 7683,'11'0'5600,"-3"0"-2811,0 0-1603,-5 0 0,3 10-850,-2 6 0,-3 5-601,3 3 1,2 4-639,-3 4 0,3-2-1130,-2 1 1,2-1 2032,6 1 0,31-28 0,8-12 0</inkml:trace>
  <inkml:trace contextRef="#ctx0" brushRef="#br0" timeOffset="1991">4575 330 7671,'0'12'0,"0"0"3071,0-1 1,-5 8-1431,-3 4 1,-4 10-829,-3 6 1,0 6-908,-4-2 0,4 6-702,-1 2 1,1-1-174,3-7 1,3-2-1073,9-6 0,0-6 2041,0-6 0,10-52 0,3-18 0</inkml:trace>
  <inkml:trace contextRef="#ctx0" brushRef="#br0" timeOffset="3641">4622 495 7647,'0'-12'606,"0"0"313,0 1 0,1-1 0,2 0 1495,1 0-1869,0 1 0,-4-3 0,0 0 657,0-2-831,0 1 0,0 3-29,0 0 0,0 4-17,0 1-163,0 4 1,-5-2-135,-3 5 1,-4 1 68,-4 3 0,-2 8 253,-5 7 0,-2 7-67,-3 2 0,-2 10 37,-5 1 0,5 5-274,2 3 1,5 0-133,3 0 1,5 3-322,7-3 1,9-4-745,11-11 0,10-5-264,9-7 1,5-9 670,3-7 0,-1-5-10,5-7 0,-5-6 307,1-14 1,-2-6-146,-2-5 1,-5-5 216,-3 1 1,-7 2 62,-4 2 1,-1 4 220,-3 3 0,-3 13 235,-9 7 599,0 8 0,-1 0-444,-3 8 1,-3 5 845,-4 11 1,-1 2-196,0 13 1,-2 3 38,2 9 1,-2-4-734,6 0 0,3-5-353,1 2 1,4-5-357,4-4 0,7-3-713,9-9 1,2-7-886,2-8 0,4-12 955,4-12 0,2-11 646,1-20 1,-1-4 449,-3-7 0,-2-8-200,-5-4 1,-5-7 164,1-2 1,-4-3-52,3-4 0,-3 10 303,3 14 0,0 19 291,0 19 0,2 14 2775,-5 10-2397,5 3 1,-13 6-153,-1 3 1,-4 4-107,-3 3 0,0 3 122,0 6 1,-1 6 70,-3 5 1,-3 2 53,-4 6 1,-5 0-429,0 4 1,1 0-4,3 0 1,0 0-168,0 0 0,0 6-78,1 1 1,4-1-885,3-2 1,3-8 200,1-4 0,1 0-148,3-4 0,4-3-67,8-13 0,-5-5-507,1-7 0,0-4 138,-4 1 0,2-8 534,2-4 1,5-4-88,3-3 0,3-8 228,5-4 0,-2-10-322,5 2 1,-4-8 307,5 0 0,-2-5 190,1 1 0,2 2 270,-6 10 1,5 1 314,-5 3 0,1 3 131,-5 8 0,-6 7 2092,-5 6-660,-6 4-868,-6 3-523,0 7 1,-5 8 63,-3 1 1,-3 5 236,-5-2 0,3 4-449,-3 0 1,3 2-41,1 2 1,4-1-310,1 6 0,4-6-195,-1 1 1,3 2-430,1-1 1,1-1 419,3-3 1,6-5-466,6 1 1,1-10-202,-1 2 1,1-8-229,2 0 0,4-8 531,-4-4 0,0-9 34,0-6 1,-1-5 139,2-3 1,-3-2-13,-5 6 1,-4 1 597,-1 6 0,-4-1-198,1 5 242,2 1-27,-4 8 1,2 2 329,-8 5 1,1 1-213,-5 3 0,1 3 74,-5 4 1,0 5-192,0 0 1,0 5-243,1-2 0,0 3-53,3 2 1,-1 0 6,5-1 0,0-1-128,4-2 0,0 1 48,0-6 1,2 5-9,2-4 1,2-5 40,6-3 1,4-5 51,-1 1 0,5-8 39,-4-4 1,4-8 5,0-3 1,-2-9-41,2-3 0,-2-7 4,2-1 0,-3 0 188,-5 3 1,-5 1 53,1 0 0,-5 5 487,1 2-517,-3 9-358,-1 7 0,-1 7 304,-3 5-16,-3 0 1,-4 5-198,-1 3 0,4 1 28,0-1 0,4 2-390,-4-2 1,6 3 42,-2 0 0,3-3-110,1 0 0,5-1 186,3 0 0,2-1-16,2-6 0,4 4 96,-1-1 1,6 0 216,-1-7 0,-2 2 957,2-6 0,-1 4-522,5-4 0,-5 4 450,1-4 1,-2 6-258,2-2 0,1 2-120,-6 2 1,1 0-175,-4 0 1,-2 6-97,-2 1 0,1 5-88,-5 4 0,4-3-104,-4 3 0,0 1-651,-4-2 1,0 1 23,0-4-243,5-6 0,-2-1 295,5-5 1,-1-1 116,5-3 1,0-4 157,0-7 1,1 0 112,2-4 0,-2 4 189,3 0 1,-3 2 314,-1 1 0,-4 4 903,0 0-895,-6 6 1,4 2 637,-6 7 0,0 10-231,0 7 1,0 6-45,0 9 1,5 2-851,3 2 0,3-1-806,5-3 1,4-4 632,7 0 0,3-10-139,5-9 0,1-8-1975,-1-4 0,4-14 1222,0-5 1,1-13 251,-5-7 0,-1-11 786,-3-9 0,-9-10 476,-10-1 0,-7-10 112,-9 5 1,-6 3 403,-6 6 1,1 5 61,3 10 0,1 13 3015,4 19-2133,1 7 0,6 8-986,0 8 1,0-2 2636,0 2-2642,0 0 0,0 8-579,0-1 1,4 5-588,0-4 1,4 3-728,-4-3 0,4 3-320,-4-3 1,0 0-1856,-4-4 0,0-1 3287,0 1 0,-54-28 0,-28-19 0,-3 2 0,0-1 0</inkml:trace>
  <inkml:trace contextRef="#ctx0" brushRef="#br0" timeOffset="3808">5045 295 7659,'-17'6'972,"-2"-2"1,-7-4 1303,-2-4 1,1-2-1038,3-6 1,7 4 259,6 0 1,4 5-1461,7-5 1,13 0 8,11-4 0,12-5-298,19-2 1,16-8-446,15 0 1,-37 13 0,2 2 423,1 1 0,2 2 1,15 0-1,2 1 1,2 2-1,-1 0 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6:17.889"/>
    </inkml:context>
    <inkml:brush xml:id="br0">
      <inkml:brushProperty name="width" value="0.06" units="cm"/>
      <inkml:brushProperty name="height" value="0.06" units="cm"/>
      <inkml:brushProperty name="color" value="#FF0066"/>
    </inkml:brush>
  </inkml:definitions>
  <inkml:trace contextRef="#ctx0" brushRef="#br0">1 147 13496,'19'-1'3623,"9"-3"1,28-8-2987,30-7 0,-19 5 0,6 0-942,18-2 1,6 1-1,-25 6 1,2 2-1,1 0 570,6-1 1,2 1 0,0 2-1,-1 1 1,0 2 0,0 0 82,-1 1 0,0 1 0,0 1 0,-4 0 0,0 1 0,0 0-708,-1 2 0,0 0 0,-1 0 0,-2-1 0,0-1 0,-2 0 147,28 0 0,-2 0 1,-5 0-1,-4 1-342,-14-1 1,-3 0 0,-4-1 0,-3 0 170,-8-2 1,-2-2 383,40-3 0,-13-6 0,-4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6:16.689"/>
    </inkml:context>
    <inkml:brush xml:id="br0">
      <inkml:brushProperty name="width" value="0.06" units="cm"/>
      <inkml:brushProperty name="height" value="0.06" units="cm"/>
      <inkml:brushProperty name="color" value="#FF0066"/>
    </inkml:brush>
  </inkml:definitions>
  <inkml:trace contextRef="#ctx0" brushRef="#br0">47 405 7797,'29'0'0,"-1"-5"0,-1-3 0,-2-2 902,-13-2 0,1 4 3332,-9 1-2576,5 4-324,-8-2-116,4 5-876,-10 0 0,4 1 1,-3 3-152,2 4 1,1 7-146,-3 5 1,-2 7 105,-6 5 0,-4 6 27,1 1 1,-6 5 0,1-1 0,-1-1-155,2 1 0,2-10-308,5-2 1,4-6-969,0-5 596,6-3 454,-4-11 1,13-3 156,5-11 0,6-10 90,9-14 1,5-12-86,7-7 0,-3-6 133,4-6 0,-4 3-57,0-3 0,-6 12 74,-3 4 1,-7 14-257,-5 6-7,-2 7 0,-1 10-2464,0 2 2616,-6 8 0,5 48 0,-5 16 0</inkml:trace>
  <inkml:trace contextRef="#ctx0" brushRef="#br0" timeOffset="884">541 441 18254,'0'19'-795,"0"1"1,2 5-40,1 6 1,0-1 273,5 2 1,0-2-415,4 1 0,5-4 377,2-7 1,3-4-212,2-9 0,5-4 430,2-11 1,2-10 133,-2-13 1,-2-3 212,-6-2 0,1 2 229,-1 3 1,-4-2 280,-4 6 1,-3 1 105,-4 6 263,-3 8-581,-5 2 1,-3 14-22,-4 0 0,-1 12 177,-8 7 1,3 2-114,1 6 1,2-3-59,2 3 0,-1 0-385,5 5 0,1-2-404,7-3 0,4-4 177,8-7 0,3-4-300,9-8 0,6-6 429,5-10 0,5-10 143,-1-13 0,3-9 819,1-3 0,-1-6-453,-3-2 0,-4-3 383,-7-1 0,-4-1-193,-4-11 1,-1 2-95,1-1 0,-10 9-259,-2 14 1,-8 9-316,0 15 408,-3 2 1,-1 11 729,0 6-288,-5 6 0,-5 7-250,-6 2 1,-6 4 126,-2 4 0,1 6-49,-5 2 1,3 9-15,2 3 0,1 6-302,2 2 1,-1 1-192,5-1 1,2 2-191,6 2 1,3-4-424,5-8 0,5 0-894,3-8 0,6-2 652,2-10 0,4-10 114,-5-5 1,6-10 328,-1-6 1,2-9 195,2-7 0,-1-5 27,1-6 1,1-4-1,2 0 1,-1 0 395,5 3 0,-4 5 475,0 0 1,-2 4 45,-2 0 0,0 3 117,-4 5 236,-2 2-205,-10 10-297,-2 2-422,-5 5 1,-1 9-117,-3 3 0,-3 8 39,-5-1 1,2 3-149,2 2 0,-1 0-348,5-1 1,0 1 252,4-1 1,0-5-521,0-2 0,5-3 286,3-1 0,8-6 205,3-2 0,5-5 64,3-7 1,0-5-26,4-10 1,-5-2 180,1-3 0,-2 3 372,-1-2 1,-2 2 335,-2 2 1,-3-1 115,-6 1 138,1 4-75,-5 2-342,-2 11 0,-6 1-272,-3 5 1,2 6-203,-2 6 0,-1 5 11,1 6 1,0 2-156,4 3 1,0-2 428,0 5 0,6 1-93,1 3 1,4-4-373,1 1 1,-5-6 46,1 1 0,-1 1 331,1-5 0,-3-2 28,-5-9 1,0-4 134,0-1 0,-7-3-256,-4 4 1,-6-5-196,-7 1 0,-6-3-2151,-5-1 1,-6-7 251,-6-4 1919,0-12 0,4-16 0,-3-9 0,-3-6 0,-1 1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6:41.322"/>
    </inkml:context>
    <inkml:brush xml:id="br0">
      <inkml:brushProperty name="width" value="0.06" units="cm"/>
      <inkml:brushProperty name="height" value="0.06" units="cm"/>
      <inkml:brushProperty name="color" value="#FF0066"/>
    </inkml:brush>
  </inkml:definitions>
  <inkml:trace contextRef="#ctx0" brushRef="#br0">0 256 8128,'0'-17'566,"0"-3"0,0-2 1696,0-2-1808,6 6 0,7 1 37,10 5 0,11 6 0,8 2-105,0 2 0,4 4-209,-3 2 0,-2 3 0,3 9 0,-3-1-24,2 4 1,2-3-145,-6 3 1,7 0-557,1 0 448,5 9 1,2-10 0,-2 7-448,0-4 1,3-6 248,8 5 1,6-6 162,6 2 1,4-4 25,0-4 1,4-3 478,7-5 0,-39 0 0,2 0-209,3 0 1,1 0 0,4-2 0,1-1 529,0-1 0,2 0 0,5-3 1,3-1-365,7 1 1,2-1-1,9-2 1,1-1 7,0 1 0,2 0 1,4-1-1,1 0-297,-2-1 1,0 1 0,1-2-1,2 1-21,-30 3 0,0 0 0,0-1 0,0 1 0,0-1 0,0-1-232,-2 0 0,-1-1 1,1 0-1,1 0 1,0 1-1,0 0-63,24-5 1,0 1 0,1-2 0,-1 1 276,0 2 0,1 1 0,-1-3 0,1 0 0,1 2 0,-1 1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7:03.789"/>
    </inkml:context>
    <inkml:brush xml:id="br0">
      <inkml:brushProperty name="width" value="0.06" units="cm"/>
      <inkml:brushProperty name="height" value="0.06" units="cm"/>
      <inkml:brushProperty name="color" value="#FF0066"/>
    </inkml:brush>
  </inkml:definitions>
  <inkml:trace contextRef="#ctx0" brushRef="#br0">515 0 7943,'12'0'497,"-6"0"-835,0 0 0,-8 0 0,-3 0 863,-7 0 1,-1 2-161,-6 2 0,-2-2-161,-7 6 1,-2 4-191,-5 3 1,4 2 0,-1-1 1,1 2-45,-4 6 71,-1-1 1,2 2-1,2 1-170,0 2 31,6-1 1,-3-2 0,8 1-195,6 2 204,-1-6 1,15-1-1,-2-4-1,6 1 1,5-4 68,7 2 1,1-3 12,8-1 0,2 0-82,9-1 0,0 0 53,1-3 0,-1 1-662,0-5 435,6 0 0,-4-4 0,5 0 262,-1 0 0,-7-16 0,-6-4 0</inkml:trace>
  <inkml:trace contextRef="#ctx0" brushRef="#br0" timeOffset="149">221 412 7890,'18'0'0,"1"4"0,-4 0 0,4 0 0,4-4 0,11 0 186,5 0 1,17-4-74,11 0-113,13 0 0,-20-1 0,5-1 0,5 0 0,0-1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7:16.388"/>
    </inkml:context>
    <inkml:brush xml:id="br0">
      <inkml:brushProperty name="width" value="0.06" units="cm"/>
      <inkml:brushProperty name="height" value="0.06" units="cm"/>
      <inkml:brushProperty name="color" value="#FF0066"/>
    </inkml:brush>
  </inkml:definitions>
  <inkml:trace contextRef="#ctx0" brushRef="#br0">165 565 8085,'0'-28'-337,"0"3"0,0-9 1,0 3-227,0-3 1,0 0 562,0 2 0,-11-7 0,-2 2 0</inkml:trace>
  <inkml:trace contextRef="#ctx0" brushRef="#br0" timeOffset="784">12 283 9889,'-7'0'-43,"2"0"140,16 0 0,-2-4 453,10 0-341,1-5 0,4 7 50,-1-6 0,6 0 1,1-3 143,0 4 1,4-4-205,-3 3 0,2 2 27,-2-2 0,2 5-49,-6-1 1,1 3-10,-5 1 1,5 0-64,-1 0 1,2 0-14,-2 0 1,-1 0 65,6 0 1,-1 1-13,4 3 1,1-2-24,-1 2 1,-4-4 9,1-4 0,-2 1 50,1-5-117,3 0 1,-8 1-1,6-1 30,0-1 1,2-1-34,2 3 1,-1-3-154,0 6 1,-1 1 48,-3 3 0,2 0 107,-5 0 0,-1 0-109,-4 0 0,1 1 64,0 3 0,-1-3 128,1 3 0,-1-1-97,1 1 1,4-3 13,4 3 0,3-4 37,4-4 1,3 1 25,5-5 1,4 1-67,0-5 1,4 0 22,-4 0 1,-2 4 28,-5 1 0,1 3-37,-2-4 0,6 5 97,-2-1 1,1 3-8,-9 1 1,-1 5 5,-6 3 1,2 3-13,-3 0 1,-2-3 124,-2 0 1,3 0-295,1 4 0,9-2 101,3-2 1,6-3-27,2-5 1,6 0 71,-3 0 0,4-1-25,1-3 0,1-7 42,3-4 0,2-1 6,5 4 0,8-3-206,-4-1 1,2 0 132,-13 4 1,1 6-248,-2 2 1,4-1 147,4 1 1,-6 0-85,-5 4 1,-2 1 92,-6 3 1,8-3-158,-4 3 1,9 2 15,-5-2 0,2-1 66,-2-3 0,3 0 76,-4 0 0,0 0 176,-7 0 1,2 2 27,6 2 0,4-3-45,0 3 0,-6-3-39,-6-1 1,-1 0-43,1 0 0,1 4 129,3 0 0,6 1-154,-2-1 0,4-1-128,-1 5 1,2-6 69,3 2 0,-2 1-112,-2-1 0,4 4-150,7-4 1,-3 1 70,-1-1 0,-4-2-520,-8 1 1,1-1 302,0-2 1,2 4-14,-2 0 0,3 0-362,-7-4 1,-2-4-473,2 0 0,0-4 445,4 4 814,-1-5 0,-9 1 0,3-1 0,4-4 0,-1 1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7:25.062"/>
    </inkml:context>
    <inkml:brush xml:id="br0">
      <inkml:brushProperty name="width" value="0.06" units="cm"/>
      <inkml:brushProperty name="height" value="0.06" units="cm"/>
      <inkml:brushProperty name="color" value="#FF0066"/>
    </inkml:brush>
  </inkml:definitions>
  <inkml:trace contextRef="#ctx0" brushRef="#br0">0 1492 15117,'0'-8'901,"0"0"0,3-6-559,5-9 0,11-13 77,16-11 1,12-18-277,-18 25 1,1-2-1,4-5 1,1-2-444,4-7 0,1-1 0,2-2 1,-1-1 362,1-5 1,-1 0 0,1 5 0,-1 1-70,-3 2 0,-1 1 0,-2 6 0,-1 2-6,-2 2 0,-1 2 0,26-37 85,-6 10 1,-5 14-404,-11 17 0,1 10 145,-1 7 0,-5 6-299,-3 9 1,-7 4 197,-4 8 0,-2 2 633,2 6 0,2 10-98,6 6 0,0 12 562,4 11 0,1 11 86,2 16 1,2 4-426,-6 9 0,0 0 19,-3-5 0,-6 4-124,-2-3 0,-3-8-625,-1-8 1,-4-15-455,-1-9 0,-4-13-877,1-2 0,1-4 147,-1-4 1,0-2-2485,-4-6 3926,0 2 0,-21 5 0,-5 1 0</inkml:trace>
  <inkml:trace contextRef="#ctx0" brushRef="#br0" timeOffset="148">506 1022 11056,'11'0'3742,"1"0"-4397,0 0 0,8 0 526,7 0 1,11-2 763,17-1 1,9-4-1148,10-5 1,6-3 511,-2-1 0,-2 5 0,8 1 0,6 1 0,0 0 0</inkml:trace>
  <inkml:trace contextRef="#ctx0" brushRef="#br0" timeOffset="424">2564 1057 7757,'47'0'0,"-4"-1"1458,-8-3 1649,-2 3-1613,-25-5 1,2 12-813,-10 1 1,-3 6-1287,-4 7 0,-8 5 299,-12 10 1,-7 10-2706,-5 2 3010,-6 2 0,-28 9 0,30-28 0,0 0 0</inkml:trace>
  <inkml:trace contextRef="#ctx0" brushRef="#br0" timeOffset="691">3716 410 7710,'12'0'2874,"-6"6"0,3-4-1621,-5 6 1,0 6-496,-4 10 0,-1 6-131,-3 9 0,-6 9-925,-6 11 0,-5 0-1034,1 4 0,-1-4-350,2-5 1,-2-4 1681,5-11 0,6-31 0,5-17 0</inkml:trace>
  <inkml:trace contextRef="#ctx0" brushRef="#br0" timeOffset="1000">3775 363 7690,'17'0'0,"0"-1"0,2-3 0,6 1 1988,-5-4 0,6 4-683,-3-1 1,2 3-57,7 1 0,-5 1-956,4 3 1,-10-1-410,-1 4 0,-6 1-449,-2 4 1,-5 1 352,-4 3 1,-8 2 11,-6 6 0,-8 4 100,-8 4 1,-2 2 149,-2 1 0,-2-1-178,6-3 1,0-2 267,8-5 1,2 2-106,5-3 0,6 2 32,2-9 1,4 1-501,4-2 0,9 0 215,10 4 1,11-3 85,9 4 1,12-5-18,4 5 1,6-2 157,-2 2 1,-13 1-141,-15-6 1,-12 1 33,-15-4 0,-10 1 107,-14 3 1,-18 2 176,-17 5 1,-14 1-318,-6-1 0,-11 0-757,0-4 0,-15-7 887,46-10 0,0 0 0,-3 0 0,-1 1 0,-5-1 0,-1 0 0,-2 0 0,-1 0 0</inkml:trace>
  <inkml:trace contextRef="#ctx0" brushRef="#br0" timeOffset="1382">1787 787 8433,'2'-12'5107,"2"0"-3297,-3 6-1347,4 0 0,-3 2-31,1 0 1,4 1-160,5 3 0,5 0 61,2 0 0,11-4-241,10 0 0,9 0-237,18 4 0,10 0-74,13 0 0,2 0-589,-2 0 0,2 0-1109,-1 0 0,-1 4 115,-4 0 1801,-10 5 0,-28 3 0,-9 6 0</inkml:trace>
  <inkml:trace contextRef="#ctx0" brushRef="#br0" timeOffset="1633">2317 504 7765,'0'-7'4222,"0"-1"0,0 4-2799,0-4-1543,0 5 124,0-7 0,-12 9 156,-8-3 1,-14 13-671,-13 6 0,-17 19 154,-14 13 0,33-18 1,-2 1-303,-3 7 1,-2 1-1,-1 1 1,1 1 446,0 1 0,2 1 0,6-2 1,4-1-611,-19 32 0,19-13 532,20-11 0,15-8 77,17-16 1,6 2 212,9-9 1,14 5-86,10-2 0,12-2 651,7-1 1,2-8-653,6-4 1,2-4-385,6-4 1,7-7 352,5-4 116,-10-6 0,3-18 0,-7-11 0</inkml:trace>
  <inkml:trace contextRef="#ctx0" brushRef="#br0" timeOffset="1834">2987 598 7754,'17'0'1979,"-4"0"0,3 0 489,-3 0 0,0 0-2731,2 0 426,4 0 0,12 6 1,8 3 1311,11 5 0,10 10-968,3 7 1,-1 0-112,-3 5 0,-12-8-739,-7 8 0,-16-5-683,-12 0 1,-13 2-1717,-15-5 1958,-13 9 1,-14-4-1,-8 10-1836,-4 2 2620,-13 0 0,-2-17 0,-10-3 0,-10 1 0,0 1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7:31.803"/>
    </inkml:context>
    <inkml:brush xml:id="br0">
      <inkml:brushProperty name="width" value="0.06" units="cm"/>
      <inkml:brushProperty name="height" value="0.06" units="cm"/>
      <inkml:brushProperty name="color" value="#FF0066"/>
    </inkml:brush>
  </inkml:definitions>
  <inkml:trace contextRef="#ctx0" brushRef="#br0">71 107 8067,'-5'-11'-646,"-3"3"0,1-2 378,-1 2 0,4 3 464,-3 1 1,3-1 22,-4 1 98,5-5 1,-3 7 10,2-2 1,2 2 77,-1-2-203,1 3-144,2-5 1,0 5 10,0-3-42,0 3 0,0-6-387,0 3 64,0 3-324,0-4 464,0 5 0,2 0-26,1 0-39,-1 0-40,8 0 561,-8 0 0,3 1 340,-5 3 344,5-3-292,-4 5 248,5-6-321,-6 0-355,0 0-238,0 5-476,0-4-15,0 4 1,1-5-1369,3 0 1179,-3 0 653,4 6 0,21 16 0,7 9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8:57:40.413"/>
    </inkml:context>
    <inkml:brush xml:id="br0">
      <inkml:brushProperty name="width" value="0.06" units="cm"/>
      <inkml:brushProperty name="height" value="0.06" units="cm"/>
      <inkml:brushProperty name="color" value="#FF0066"/>
    </inkml:brush>
  </inkml:definitions>
  <inkml:trace contextRef="#ctx0" brushRef="#br0">118 24 8109,'-13'12'-274,"-3"-1"1,3 2-439,-2 3 1,2-3 862,1 3 1,1 1 668,4-1-619,-4-1 0,10-7-103,-3 0 0,3-4 265,1 4-280,0-6 0,1 4 1,3-6 329,4 0 0,2 0-200,2 0 0,0 0 118,-1 0 1,1 1 140,0 3-246,0-3 0,-1 6 0,1-5 339,0 2-387,0 0 1,0 0-1,-1 1-23,1 2 1,0-5-24,0 2 1,3-2 27,1-2 0,5 0 26,-2 0 0,4-3-7,0-5 1,6 0-67,2-7 1,3-2-7,1 1 0,1-4-140,-1 5 1,0-5 110,1 4 1,1 1 11,-1 3 1,-4 5 50,-8 3 0,-1-1-6,1 1 0,0 0 10,-1 4 0,1 4 13,-1 0 0,2 0-50,2-4 1,7 0 16,5 0 0,2 0-130,-2 0 1,2 0 85,2 0 0,1-4-166,-5 0 1,1 0-22,-5 4 1,-4 0-22,1 0 1,-6 0 97,1 0 1,2 6-16,-2 1 0,-3 0 71,-5 1 1,1 0-3,4 3 0,-2 0 115,-3-3 1,4 1-114,-4-5 0,3 4 165,2-4 1,-1-1-94,1-3 0,0 0-40,-1 0 1,1 0-41,-1 0 0,1 0-9,-1 0 1,-3-3-5,-1-1 0,-4 0-121,0 4 1,-2 0 12,-1 0 0,0 0 52,0 0 1,-4 0-75,-1 0 0,-3 1 172,4 3-43,0-3 1,4 6 13,0-3 1,-1-3 140,1 3 1,5-3-49,3-1 1,2 0-78,1 0 1,2-1 19,3-3 1,0 1 2,4-4 0,6 0-53,-3-1 0,3-2-16,-3 2 1,0 3-125,1 1 1,3 2 103,0 2 1,-1 0-2,-7 0 0,2 0 62,-6 0 1,5 0 2,-5 0 1,1 0-28,-5 0 0,2 0-10,2 0 1,5 0 12,7 0 1,3 0 1,5 0 0,5-3 0,3-1 0,0-4-57,-4 4 0,-2-4-126,-9 4 1,-1-4-66,-4 4 1,3 0 68,-3 4 1,2 0 31,-10 0 0,6 0 30,-2 0 1,2 0-9,-2 0 1,-2 0 16,-5 0 1,3 0 9,0 0 1,1 0 58,-5 0 1,5 0 89,-1 0 0,6 4-35,-2 0 1,7 0 10,1-4 0,4 0 55,-3 0 0,3 0-120,-4 0 0,3-1-134,-7-3 0,3 3 123,-7-3 0,2 2 29,-2 2 0,7-4-12,-2 1 0,1-5 6,-1 4 0,4 0 24,3 4 1,7-4 100,1 0 0,-4 0-163,-4 4 0,0-4 45,4 0 0,9 0-332,3 4 0,4 0 129,0 0 1,2 0 159,6 0 0,3 0-250,0 0 1,7 0 78,2 0 0,3 2 104,4 2 0,8-2-238,0 6 0,-46-6 0,1 0 184,1 1 0,1 2 0,2 0 1,0 2 29,3 0 1,2 1-1,3 2 1,2 1-665,1-1 1,1 0 0,3 1 0,1 1 277,-1 2 0,1 0 528,3-2 0,1 1 0,6 1 0,2 0 0,1-2 0,-1 0 0,3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8T20:21:33.485"/>
    </inkml:context>
    <inkml:brush xml:id="br0">
      <inkml:brushProperty name="width" value="0.04286" units="cm"/>
      <inkml:brushProperty name="height" value="0.04286" units="cm"/>
    </inkml:brush>
  </inkml:definitions>
  <inkml:trace contextRef="#ctx0" brushRef="#br0">23 47 7897,'11'-5'0,"-3"-3"0,2-2 0,-4-2 0,1 5-291,-2 2 252,-5 5 0,-1 2 39,-3 1 0,-23 4 0,-11 5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09T13:54:24.979"/>
    </inkml:context>
    <inkml:brush xml:id="br0">
      <inkml:brushProperty name="width" value="0.04286" units="cm"/>
      <inkml:brushProperty name="height" value="0.04286" units="cm"/>
    </inkml:brush>
  </inkml:definitions>
  <inkml:trace contextRef="#ctx0" brushRef="#br0">99 334 7915,'-24'33'0,"0"0"0,5 1-314,7 2 0,1-1 158,7-2 1,0-4 197,4-8 1,6-3 29,7-6 1,5-5 125,6-3 0,7-5-209,2-8 0,9-6 1,8-13 0,0-10 25,8-7 1,3-11-1775,9-10 1759,-34 31 0,3-4 0,19-28 0,4-8 0,-20 23 0,1 1 0,-1-1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1:11.680"/>
    </inkml:context>
    <inkml:brush xml:id="br0">
      <inkml:brushProperty name="width" value="0.06" units="cm"/>
      <inkml:brushProperty name="height" value="0.06" units="cm"/>
      <inkml:brushProperty name="color" value="#FF0066"/>
    </inkml:brush>
  </inkml:definitions>
  <inkml:trace contextRef="#ctx0" brushRef="#br0">153 248 8108,'-11'-30'140,"-6"-4"0,-2 0 284,-4-5-460,5 5 1,-3 6 1256,5 9 0,4 3 760,4 8 229,6 3-1513,-3 5-739,5 5 1,1 3 66,3 8 1,-2-1-213,6 9 0,-5 2 142,1 9 1,1 2 78,-1 2 1,5 1-192,-1 4 1,4 1-22,3-2 0,-2-1 99,3 1 1,2-5 118,2 1 0,-2-7 134,2-5 0,-1-8-145,5-8 1,3-5-416,1-10 1,5-15 159,-2-12 1,2-10 96,-2-10 0,2-6 312,-6-6 0,-1 2-69,-6 6 1,-3 4 131,-6 8 1,-4 5 27,-3 11 50,-3 10 0,-1 14-454,0 11 1,5 6-377,3 14 1,4 3 801,4 8 0,-2 4-97,6 8 1,-2 8-36,2 8 1,2 3-329,-3 5 1,0-2 86,0 5 0,0-1-135,0 2 0,-2 0-360,-5-4 0,-6-2 301,-2-6 0,-2-11-90,-2-13 1,-6-9 899,-1-14 0,-4-7-313,-1-5 0,1-6 812,-1 2 0,0-3-435,0-1 1,-6-1-193,-5-3 0,-11-8 69,-10-7 1,-5-10-427,-2-6 1,1-6 131,7-6 0,9 7-207,11 4 0,11 4-64,12 8 0,12-2-8,11 7 0,11-8-186,9 0 0,3 0-411,1 3 1,-1 2-548,-3 2 1,0 3 2,-8 5 0,2 2 1234,-10 2 0,6 8 0,-3 7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1:10.512"/>
    </inkml:context>
    <inkml:brush xml:id="br0">
      <inkml:brushProperty name="width" value="0.06" units="cm"/>
      <inkml:brushProperty name="height" value="0.06" units="cm"/>
      <inkml:brushProperty name="color" value="#FF0066"/>
    </inkml:brush>
  </inkml:definitions>
  <inkml:trace contextRef="#ctx0" brushRef="#br0">189 224 7853,'-1'-12'0,"-3"1"0,-3-1-57,1 0 1,-5 2-50,3 2 0,2-1 554,-2 5-77,0 0 327,-4 4 245,6 0 422,1 0-550,5 0 231,0 0-804,0 5 1,0-2-62,0 4 1,5 1-87,3 4 1,2 0 124,2 0 1,5-1-181,2 1 1,4 0 7,0 0 0,2 1-64,2 2 1,5-2-54,7 3 0,3-3-25,5-1 1,5 0-155,3-1 1,1 1-355,-1 0 1,-4-2-677,-8-2 1,-4 1 567,-7-5 0,-1 4 710,-8-4 0,-17 0 0,-14-4 0</inkml:trace>
  <inkml:trace contextRef="#ctx0" brushRef="#br0" timeOffset="183">812 1 7803,'0'13'586,"0"2"1,-10 12 719,-6 12 0,-12 12 471,-7 19 1,-16 11-1832,21-31 1,-2 2 0,-3 2-1,-1 1-23,1 2 1,-1-1 0,1-3 0,-1-4-142,4-6 0,1-3 1,-27 25-131,7-14 1,0-20 347,4-15 0,-18-71 0,4-23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1:15.634"/>
    </inkml:context>
    <inkml:brush xml:id="br0">
      <inkml:brushProperty name="width" value="0.06" units="cm"/>
      <inkml:brushProperty name="height" value="0.06" units="cm"/>
      <inkml:brushProperty name="color" value="#FF0066"/>
    </inkml:brush>
  </inkml:definitions>
  <inkml:trace contextRef="#ctx0" brushRef="#br0">36 4446 7169,'-5'12'-888,"-3"-1"975,3-4 39,-1 3 23,1-8-399,4 3 178,-4-5-64,5 0 129,5 0-160,-4 0 85,4 0-33,-5 0 842,0 0 10,0 5-39,0-4 277,0 5-232,0-6 639,0 0-808,0 5-758,0-4-68,0 4 82,0-5 1,2 0-25,2 0 32,-3 0 1,9-3 80,-2-1 1,-1-2 18,1 2 0,1-1 177,6-3 0,0-3-62,4-1 0,1-1 46,4-7 0,-1 1-103,1-5 1,3-5 0,0-2 0,9-3-51,-5-1 0,6-2-163,-6-2 0,-2 2 77,-2-2 0,2-1-91,-2 1 1,-3 3 9,-5 5 0,-3 5 98,4-2 0,-1 0-191,5 0 0,1-3 23,2 3 0,-1-4 128,6 0 1,3-2 53,4-1 0,4-4 113,-4 0 1,5-6 61,-5 2 0,4-5-111,-4 1 0,0 1 68,-3 7 1,3 2-84,0-2 1,9-1 96,-1 0 0,3-5-16,-3-2 1,0-2 15,0-6 1,-1-2-148,-3-2 1,-1-4 250,-3 5 1,5-4-100,11-8 1,1 2-247,11-7 0,-7 5 198,-1 3 0,0-2 38,-4 2 1,6-5-91,2 2 0,5-4 5,-2 8 1,2 1-152,-1-2 1,-3 0 179,-5-3 1,1-5 16,3 1 1,-31 34 0,2 0 0,3 1 1,1 0 0,-1-2 0,0 1 10,1-1 1,-1-1-1,-1-1 1,-2-1 15,-2-1 0,-1 0 0,4-1 0,2 0-230,4 1 1,0 0 0,0-3 0,-1-1 128,2 2 1,-2 0-1,-2 0 1,-2-1 8,-3 3 1,0 0 0,1-1-1,0 0 71,3 3 0,1 0 0,-3 0 0,1 1 0,2 2 0,-1 2 0,-1 0 0,0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1:18.693"/>
    </inkml:context>
    <inkml:brush xml:id="br0">
      <inkml:brushProperty name="width" value="0.06" units="cm"/>
      <inkml:brushProperty name="height" value="0.06" units="cm"/>
      <inkml:brushProperty name="color" value="#FF0066"/>
    </inkml:brush>
  </inkml:definitions>
  <inkml:trace contextRef="#ctx0" brushRef="#br0">72 5480 8019,'-12'0'0,"4"0"-575,0 0 879,0 0 0,-2-1 846,2-3 0,1 1-321,3-5-406,3 6-280,-4-9 1,5 8-153,0-4 1,0 3-85,0-4 1,4 0 122,0-4 1,9-3 19,-1-1 1,7-5-87,1 1 1,3-3 38,5-5 0,2-2 81,5-5 1,4-1 10,1-4 1,4-3-85,-1-8 0,7-8-207,1-7 1,0-3 74,-4-2 1,5-3 110,3-1 0,-25 35 1,0-1-95,29-33 0,1-4 63,-9 12 1,0-9-30,-4-3 0,4-6 12,0 2 1,5 1-211,-1 7 0,-24 33 1,0 1 263,3-3 0,-1-1 1,1 0-1,0-1 6,-1 4 1,1 0 0,-2 1 0,1 0-296,30-30 1,6-1 190,-32 36 1,0 0 0,3-2 0,-1 1 104,-1 0 0,-2 1 0,30-37-354,-8 9 0,3 1 228,1 3 0,10-4-40,-1 1 1,-5-1-111,-7 4 1,-3 4 188,-9 0 1,7 6 45,-7-2 0,3 2-62,-3 2 0,4 0-5,0 0 1,-2 0-267,-6 0 1,-6 5 288,-6 3 1,-6 3-39,-1 0 1,-1-2 325,-3 3 0,2-3-377,1 7 1,2-3 265,3-1 0,2-1-187,5 1 0,-2 4 180,2-1 0,-2 6-88,6-1 0,13-19 0,3-4 0</inkml:trace>
  <inkml:trace contextRef="#ctx0" brushRef="#br0" timeOffset="2115">460 5068 7978,'-16'0'0,"-1"0"0,-1 0 0,3 4-1549,0 0 1549,7 5 0,23-18 0,12 1 0</inkml:trace>
  <inkml:trace contextRef="#ctx0" brushRef="#br0" timeOffset="2609">248 5680 7978,'-12'-6'0,"0"1"655,1-3-208,4-2-395,-3 3 0,4-4 57,-1-1 1,1 4-212,6 0 0,0 4 122,0-4 0,0 5-215,0-5 103,0 5 109,0-7 0,6 4-176,1-1 1,4-4 75,1 3 0,3-3-61,1-5 1,6-6 44,2-6 0,1-10-162,6-1 1,2-12 84,6-8 1,4-9-225,8-6 0,-24 32 1,1 0 281,2 1 0,2 0 0,3-4 0,0 0 53,2 0 1,0 0 0,2-3 0,-2-1 50,-3 0 1,-1 0 0,0 2 0,0 0 30,-5 2 1,-1 0 0,2-2 0,1 0 17,1-2 1,1 0 0,2-4 0,1 1-40,2 3 0,0 0 0,-2-1 0,0 0 70,-4 4 0,0 1 0,0-3 0,0 0-42,0-1 0,0 0 0,2 0 1,1 1 2,3 3 1,1 0-1,-2-2 1,-1 0-71,3 0 0,-1 0 0,-1-1 1,0 0-176,-1-2 0,0-2 1,3 2-1,1 0 131,2-1 1,1 0 0,1-2 0,3 1 75,2 1 1,2 1-1,-4-2 1,-1-1 25,2 0 0,0 0 0,1 1 0,1 0-280,2 1 0,0 0 0,-2-1 0,1 1 241,-1 1 0,0 2 0,-3-1 0,-2 0 24,-1 1 0,0 1 0,0 0 0,-1 0 0,0 0 0,0 0 0,-1 0 0,0 0 0,-1 0 0,0 0 0</inkml:trace>
  <inkml:trace contextRef="#ctx0" brushRef="#br0" timeOffset="5778">2917 94 7507,'-11'-4'-674,"-1"0"1,4-1 547,0 1-99,5 3 225,-7-10 0,9 9 0,-3-6 0,-3 5 0,6-7 0,-4 3 0,5-1 0,0 1 0,0 4 80,5-2 204,-4 0-183,4 3 0,-3-3 51,2 5 48,-3 0-14,4 0-148,-5 0 3980,0 0-3877,5 0 23,-3 0 0,4 4-55,-2 0 0,-1 4 84,5-4 1,-4 5-99,3-1 0,1 2 10,4 2 0,0 1-199,0 3 0,1 1 119,2 2 0,2 3-142,3-2 0,1 2 40,-6 2 0,5-5 85,-4 1 1,5-1 21,-2 5 1,3 0 132,2-1 1,3 2-168,1 2 0,5 2 59,-2 2 1,-1-1 303,1-2 0,-3 2-122,3 5 1,-1-1-312,1-2 0,-2 2-101,-5-3 0,3-1-127,1 1 1,4-1 238,0 2 1,2-2 161,1-3 0,1-1-112,4 6 1,0-2 85,3 1 1,-2 3 37,-6-3 1,0 3-65,1 2 0,-2-1-50,-3 0 0,-1-3-34,-3-1 1,4-5-128,4 1 1,-1 2 189,-3-1 1,2-1 71,-6-3 1,3 0-172,-6 4 1,1-3-14,-10 2 1,1-2-238,-4-1 0,-6-2 97,-2-3 1,3 2-2339,1-5 2564,-3 0 0,5-26 0,-3-4 0</inkml:trace>
  <inkml:trace contextRef="#ctx0" brushRef="#br0" timeOffset="6786">3517 623 7815,'-12'-12'-870,"0"6"0,5 1 870,-1 5 0,5 0 0,-2 0 0,5 0 0,1 0 0,3 0 0,-3 0 0,5 0 0,-5 0 0,3 0 268,-3-6 200,4 5-197,-5-9 1,0 7 467,0-5 500,0 6 138,0-9-511,0 10 142,0-4-89,0-1 48,0 5-370,0-4 131,0 5-258,0 0 1,-5 1-480,-3 3 1,-1 3-52,1 4 0,-3 3-6,-1 1 0,0 3 49,-4 6 1,-1 0-141,2-1 1,-1 2 71,4 2 1,-3-2-85,-1 3 0,4-8 86,4 0 41,1-6-24,0 3-95,2-10-364,5-2 304,0-5 49,0 0-36,0-5-37,0 4 149,5-5-113,-4 1 336,5 4-32,-1-10 1,1 5 152,6-6 0,0 0-165,0 1 1,-1-5 37,1 0 1,0 1-52,0 3 0,-1-4 26,1 0 1,-4 1-30,0 3 0,-2 4 69,2 0-150,3 1 0,-10-1 302,3 0 294,-3 5-72,-1-2 321,0 5-523,0 0 1,-1 5 67,-3 3 0,1-1-431,-4 0 1,-1 1 130,-4 4 1,4-2-316,0-2 1,2 3 71,-2-3 0,-1-2-250,5 2-168,-5-5 102,7 7 1,-4-9 9,2 3 0,3-1-740,-3 1 1,2-3 804,2 4 0,2-9-250,2 1 1,-2-7-35,6 3 1,0-8-233,4-1 1,-1-3 284,1 3 639,0 1 0,-11 18 0,-2 5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1:16.913"/>
    </inkml:context>
    <inkml:brush xml:id="br0">
      <inkml:brushProperty name="width" value="0.06" units="cm"/>
      <inkml:brushProperty name="height" value="0.06" units="cm"/>
      <inkml:brushProperty name="color" value="#FF0066"/>
    </inkml:brush>
  </inkml:definitions>
  <inkml:trace contextRef="#ctx0" brushRef="#br0">1082 247 8198,'-12'0'0,"4"-1"52,1-3 1,3 1-53,-4-5 1127,5 6-219,-7-3-1056,8 5 168,-3 0 0,7 0-215,1 0 326,-1 0 0,8 0 60,-2 0 0,3 0 202,0 0-327,1 0 1,0 0-1,0-2-100,-1-2 0,1 3 24,0-3 0,4 2-66,-1-2 1,10 1 100,-1-5 0,3 0-132,0-3 0,0-1 21,4 0 1,3-4-2,1 1 1,3-1 61,-7 4 1,-1-3 5,2-1 1,-2 0 222,1 4 0,-2 2-73,-6 2 0,0 2 37,-4 2 0,-2 2-87,-5-2 1,-4 3 11,0 1 0,-6 5 41,2 3 1,1 4-18,-1 4 1,0 2 93,-4 5 0,0 5-128,0-1 1,0 6-71,0-2 1,-6 5-265,-6 3 1,-5-1-1080,-6 5 1330,-1 0 0,-36 20 0,-9 3 0</inkml:trace>
  <inkml:trace contextRef="#ctx0" brushRef="#br0" timeOffset="2272">870 612 7728,'6'-21'0,"0"-3"0,2-1 0,-1 1-486,-2 0 0,-1 6 71,-4 2 0,4-1 415,-1 1 0,1 1 0,17 3 0,5 0 0</inkml:trace>
  <inkml:trace contextRef="#ctx0" brushRef="#br0" timeOffset="2872">1200 376 7874,'4'-7'-479,"-1"-1"0,3 4 188,-2-4 1,-3 0 785,3-4 1,1 5-151,-1-1 1,1 1-30,-1-1-107,-3-2-1,5 3 20,-6 1 0,4-1 89,0 3-599,-1 3 175,-3-4-236,0 5 503,0 0-121,0 5-15,0-4 82,0 5 326,0-6 174,0 0-611,-5 0-302,4 0 171,-4 0-187,5 0 192,0 0-188,0 5 323,0-4-179,0 4 372,0-5-2789,0 0 2592,5 0 0,12 27 0,8 5 0</inkml:trace>
  <inkml:trace contextRef="#ctx0" brushRef="#br0" timeOffset="3339">1376 306 7951,'-7'0'707,"1"0"-375,2 0 0,3-1 60,-3-3 0,1 2-90,-1-2 0,2 3-895,-6 1 453,5 0 0,-7 1 16,2 3 1,1-1 131,0 5 1,4-4-141,-1 4 1,-1-5 80,1 5-106,-5-5 336,2 7 0,-1-4-99,1 1 0,3 4 60,-4-3 1,4 2-105,-4 2 0,0 1 8,-4 3 0,-3-2-52,-1 6 0,-5-1-158,2 5 1,-8 1 46,0 2 0,-6 2-145,2 2 0,-2 3 32,2-3 1,-2-2 92,6-1 0,-5 0-197,5 0 0,-2 3 18,2-3 0,-3-1 136,-5-3 0,-1 3 3,1 0 1,0 5 28,-1-5 1,1 5 105,0-5 1,1 6 43,3-2 0,6-2 3,5-2 0,6-2-3,-2-1 0,0-2 176,5-3 177,-4-2 181,14-10-168,-4-2 141,5-5 449,0 0-1165,0 5 0,0-2-17,0 5 1,-2 0 39,-2 3 1,2 1-79,-6 0 0,0 1 63,-4 3 1,-5 2-254,-2 6 454,-9 4 0,-16 2 0,-10 2 0,-6 5 0,0 0 0</inkml:trace>
  <inkml:trace contextRef="#ctx0" brushRef="#br0" timeOffset="4670">376 1047 7909,'32'-33'0,"-2"-2"0,-1-2 0,2 1 0,-4 0 0,5 6 0,-5 3 0,-1 2-472,-6 2 0,1 4 52,-5 4-106,-1 1 388,-8 8 0,-7 1 138,-8 5 0,-3 5 0,0-4 0,-1 4 0</inkml:trace>
  <inkml:trace contextRef="#ctx0" brushRef="#br0" timeOffset="4980">1000 941 7865,'-6'12'0,"-1"1"0,-4 0-736,-1-1 1,5 1 735,-1-9-653,0 5 653,1-3 0,2 6 0,5-6 0,0 0 0,5-6 0,12-42 0,8-10 0</inkml:trace>
  <inkml:trace contextRef="#ctx0" brushRef="#br0" timeOffset="6039">729 1317 7686,'-11'-5'-716,"4"4"807,-3-5 0,7 5 64,-5-3-199,5 3 68,-2-4-62,5 5 6493,0 0-6554,5 0-392,-3 0 785,3 0-154,-5 0-1043,0 0 0,-42-63 1,-10-15-1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1:26.962"/>
    </inkml:context>
    <inkml:brush xml:id="br0">
      <inkml:brushProperty name="width" value="0.06" units="cm"/>
      <inkml:brushProperty name="height" value="0.06" units="cm"/>
      <inkml:brushProperty name="color" value="#FF0066"/>
    </inkml:brush>
  </inkml:definitions>
  <inkml:trace contextRef="#ctx0" brushRef="#br0">219 277 8349,'-12'5'1443,"6"-2"-1504,2 4 299,2-4 1,2 7 13,0-2 1,7 4 0,3 2 171,5 2-259,6 5 0,1-3 0,7 6 155,1-1 1,1 1-85,4-1 1,-3 2 9,-1 3 0,-1-4-12,1 4 0,2 2-82,-6 1 1,1 2-156,-5-2 47,-4 3 1,4-4 0,-1 6 17,5-1 0,0 0-38,-3 0 0,0 1-78,4-1 0,1 0 46,2 1 0,-2-6-120,-6-3 1,5-2 206,-1-2 0,-1 1 96,-6-1 0,1-4 21,-6-4 1,5 2-128,-4-1 0,5 4 220,-2-5 0,2 2-161,-1-1 0,2-2-174,-3 6 0,4-4 133,0 3 0,-1-3-35,-2 4 0,2-5-78,-2 5 0,2-5-186,2 5 1,-2-4 171,-3 3 1,2-4-13,-5 0 0,4 4-250,-5 0 0,5 0 269,-5 0 0,2-3 389,-1 3 1,-1 0-336,4 0 1,-5 2-259,2-5 0,1 4 340,-1-5 1,3 6 229,-3-1 0,4-2-401,-5 2 1,2-5 30,-1 5 1,-2 1 68,6 6 1,-2-2-139,2 3 0,2-2-192,-2 1 1,2-1 327,1 6 0,0-6 150,-4 1 1,3-1-180,-2 2 1,1-2 163,-1 5 0,2-5-194,-3 2 0,4 1 37,0-2 0,6 6 122,2-2 1,-1 2-211,2-2 0,-1 2-172,4-6 1,4 4 156,1-3 0,-2-1 43,-7-3 1,2 3 247,-6 1 0,4 3 268,-3-3 0,-1 4-696,-3 0 1,5-1 57,2 4 1,3-1 414,1 9 1,0-5-88,1 1 0,3-1-102,0 1 0,-1-2 67,-7 2 0,2 2 138,-6-2 1,1 1-332,-5 0 1,5 1-245,-1 6 0,5-3 156,-5-1 1,7 0 110,1 4 1,5 4 651,3 0 0,1 5-229,-5-1 1,4 6-209,-3 2 0,-1-2-193,-4-6 1,-2-2-224,2-6 1,-1-2-17,9-2 0,-1 1-269,1-9 0,-4-3-77,-7-8 1,-5-7 119,-7-5 0,-5-7-981,-7-9 1,-1-9 163,-3-11 1311,-3-15 0,-20-13 0,-12-15 0,-3-3 0,-3-9 0,0 1 0,0 0 0</inkml:trace>
  <inkml:trace contextRef="#ctx0" brushRef="#br0" timeOffset="558">137 230 9654,'0'6'2606,"0"-1"0,1-5-1876,3 0-518,-3 0 0,6 4-81,-3 0 1,-3 1 72,3-1 1,-3 3 0,-1 6-82,0 3 1,0 3-89,0 9 1,0 2-385,0 5 1,-5 4-101,-3 0 1,3 1 221,1-5 0,3-5-582,1-3 570,0-7 1,1-4-1,3-8-12,4-5 1,3-1 340,5-2 1,-2-7 338,6-5 0,-4-6 9,3-9 1,-4-3 325,0-6 1,-2 1-103,-1 0 0,-1-4-184,-4-1 0,-1-3-257,-6 4 1,-2 0-42,-2 4 0,-5 3-121,-10 1 0,-3-3-226,-14-1 1,2 2-527,-9 10 0,5 4 522,-1 4 1,5 8-139,7 7 309,10 16 0,32 71 0,-2-30 0,0 0 0</inkml:trace>
  <inkml:trace contextRef="#ctx0" brushRef="#br0" timeOffset="2141">2665 3052 7863,'-12'0'-196,"0"0"0,4 0-1175,1 0 1249,-1 0 53,1 0 0,2-5 0,5-3 972,0-3-483,0 0 1,0-5 0,0 0 879,0 2 0,0-1-729,0 0 0,0 6 19,0-3 0,-1 4 400,-3 0-431,2-2 0,-3 7-350,5-5-87,0 6 1,-4-2-588,0 8 0,-3 7 47,3 9 1,-2 2-236,2 2 1,2-1 189,-6 1 0,5-1-217,-1 1 1,-1-2 237,1-2 0,0-3 23,4-6 1,0-3 346,0 0-88,0-5 1,0-3 420,0-8 1,0-5 22,0-7 1,2 1 196,2-9 0,-3 5-165,3 3 0,-3-1 702,-1 5-714,0 1 1,-1 4 74,-3 4 0,1 3-581,-4 8 1,-1 9 144,-4 10 0,0 6-77,0 6 1,1 4 2,-1 1 0,4-1-41,0-4 1,6-5-12,-2-3 0,2-7-513,2-4 541,0-8 0,2-4 194,2-8 0,1-8-19,3-8 1,2-9-104,-2-6 1,2 0-26,2-4 1,-5 3 115,-3 5 0,-3 0 194,-1 7 0,0-1 511,0 10 341,0 4-875,0 6 0,-4 12-172,0 4 1,-5 12-14,1 8 1,-1 3 111,1 1 1,-1 3-221,5-3 0,0 2-114,4-10 0,0-1-212,0-6 0,1 0 141,3-9 0,-1 2-89,5-9 0,0-2 196,3-10 1,1-5 256,0-11 1,-4-1 161,0-2 0,-1-2-144,5-2 0,-5-2 30,-3 6 1,1 5 112,-1 6 0,0 3 520,-4 1-476,0 6 0,-2 0 59,-2 6 0,-2 7-243,-6 5 0,0 10-292,1 9 1,3 3-84,0 1 1,1 1 176,0-1 0,1-1-115,6-3 0,0 1-89,0-9 0,2 2-209,2-9 1,2-2 121,6-6 1,0-3-87,-1-5 1,1-6 220,0-6 1,4-6 186,-1-10 1,1 2-5,-4-5 0,-4 1-124,-1-2 0,-4 4 534,1 4-8,-3 6 226,-1 1-255,0 10 0,-1 3 260,-3 8 1,-1 8-206,-3 8 0,-2 2 76,2 1 0,1 1-335,-1-1 0,6-3 108,-2-1 1,-1-3-630,1 4 1,0-10-350,4 2 255,0-3 1,1 2 257,3-4 1,1-3-28,3-8 0,6-2 70,-2-6 1,3-5 190,-4-2 0,1-4 222,0 0 1,0 3-105,-1 1 1,0 4 319,-3 0 1,1 5 310,-5 3 237,0 4-632,-4-7 0,0 13-106,0 1 1,-4 11-63,0 4 1,-5 7-82,1 2 0,1-1 111,-1-3 0,4-1-32,-3 1 1,4-5-486,-1 1-60,3-11 1,1 7-733,0-8 1,1-3 750,3-1 0,4-8 45,8-4 0,1-8 188,2-3 1,3-7 127,-2-2 0,2 1-71,2 3 0,-6 5-36,-2-1 1,-3 6 840,-2-2-136,-4 8 129,-2 3-507,-15 21 0,1 3-27,-11 17 1,6-1-85,-2 0 1,-1 4 24,1 1 0,2-3-164,6-5 1,-2 0 62,2-4 0,3-6-753,1-6 395,2-3 1,4-8-136,2-5 0,2-10 110,6-10 1,1-7 54,3-5 1,-3-2 314,2-1 0,1 1 0,-4 3 0,-19-35 0,-12-3 0</inkml:trace>
  <inkml:trace contextRef="#ctx0" brushRef="#br0" timeOffset="2725">2524 2981 7863,'-4'-11'-7,"0"-1"0,-1 1-77,1 4 1,2-4 322,-2 3 0,-1 2 531,1-2 0,0 4 511,4-4-472,0 5-66,0-2-150,0 5-261,-5 0 0,3 3-225,-6 5 1,4 5-171,-4 10 0,0 10 104,-4 2 1,-3 12-140,-1 0 0,-1 9-527,1 3 471,3 5 1,-9 8-1,4 3-138,-1 3 1,1-2-149,2-2 1,3-1 26,-2 2 1,6 1 99,1 2 0,5-7 9,-1-9 0,4-8 100,4-7 1,4-7-30,8-8 1,-2-9 209,6-7 0,-5-4-102,5-4 1,-4 1 246,3-5 1,-1 0 16,2-4 1,2 0 137,-2 0 1,2 0-128,2 0 0,-1 0 142,1 0 0,0 0-73,4 0 0,1 0 118,2 0 1,2 0-110,-6 0 1,6 0-112,-2 0 1,6-6-201,-2-1 0,3-4 20,-7-1 1,-1-1-95,2-2 1,-2 2 214,1-3 1,0-1 27,-7 1 1,2 1-83,-6 3 0,5-4 27,-2 0 0,3 1 112,-6 3 1,-2 0-69,2 0 0,-2 1 84,2-1 1,-2 0-80,-2 0 1,-7 1 146,2-1-157,-1 0-35,1 0 1,-4 5 1,-3-1-304,-3 5 135,-1-2 0,-1 5 32,-3 0-534,3 0 49,-5 0 0,6 1-319,0 3 1,-4-1 287,0 5 1,-3-5-618,3 5 1233,-5-5 0,-29-3 0,-13-7 0</inkml:trace>
  <inkml:trace contextRef="#ctx0" brushRef="#br0" timeOffset="3491">2559 2993 7839,'16'16'0,"1"1"0,0 0-1098,0 0 755,3-2 0,-1 1 268,4 0 1,0-1 63,-4-3 0,2-1 0,-4-4-77,1-3 65,-3-2 73,-4-2 0,-5-6 0,-8-1-60,-2-4 62,-2-1 0,-7 1-104,-3-1 1,2-4-1,-6-1 15,-1-1 1,-1 0 25,-1-2 0,-1-2 8,1 2 1,3 3 0,0 2 1,2-1 1,-2 4 0,7 2 0,6 6 0,4 4 227,-1 0 1,4 6 335,4 10 0,6 2 335,6 6-633,5-1 1,-3 2 0,4 0 49,-2-2 1,2 4-180,-2-8 0,-2-2-146,2-1 1,-5 0-67,5-5 0,-6 4-318,2-7 0,-3-3-68,-1-1-273,0 2 53,-6-4 0,-1-2 682,-5-8 0,-26-24 0,-6-6 0</inkml:trace>
  <inkml:trace contextRef="#ctx0" brushRef="#br0" timeOffset="3666">2535 2923 6280,'6'6'-75,"-5"5"0,-1 21 0,-7 13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1:31.917"/>
    </inkml:context>
    <inkml:brush xml:id="br0">
      <inkml:brushProperty name="width" value="0.06" units="cm"/>
      <inkml:brushProperty name="height" value="0.06" units="cm"/>
      <inkml:brushProperty name="color" value="#FF0066"/>
    </inkml:brush>
  </inkml:definitions>
  <inkml:trace contextRef="#ctx0" brushRef="#br0">1 0 7872,'4'8'0,"1"0"0,0 3-266,0 3 0,9 0-383,-3 6 0,6 2 933,3 9 1,2 3-94,13 13 1,3 3-89,9 9 0,-4 0-315,1 0 0,-3 5 14,2 2 1,6 2 145,-6-1 1,0-8 31,-8-9 1,-1-4-93,-2-7 1,0-2-100,-4-13 1,-2-5 210,-7-11 0,-2-3 0,-5-5 0,-5-5 0,-7-3 76,-8-8 0,-29-28 1,-7-12-1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1:36.077"/>
    </inkml:context>
    <inkml:brush xml:id="br0">
      <inkml:brushProperty name="width" value="0.06" units="cm"/>
      <inkml:brushProperty name="height" value="0.06" units="cm"/>
      <inkml:brushProperty name="color" value="#FF0066"/>
    </inkml:brush>
  </inkml:definitions>
  <inkml:trace contextRef="#ctx0" brushRef="#br0">177 4696 8561,'0'8'-111,"0"0"0,0 1-650,0 2 0,0-4 227,0 1 440,0 0 72,0 4 0,0-4 6,0 0-13,0-6-26,0 3-9,0 1 29,0-5 35,-5 4 0,-7-26 0,-7-5 0</inkml:trace>
  <inkml:trace contextRef="#ctx0" brushRef="#br0" timeOffset="916">118 4802 8567,'-4'12'0,"-1"0"0,-2-1 0,1 1-686,-2 0 0,-1-4 398,5 0 0,-1-2 293,1 2-87,2-3-2,-3-5 29,5 0 1,0-1-7,0-3 1,4-3 63,0-4 0,1 0-45,-1 3 107,-3-2-95,5 3 1,-5 0 165,3-1-128,-3 5 26,4-2 97,-5 5 530,0 0-446,0 5 1,-1 0-20,-3 3 1,3-1 139,-3-3-210,3-3 4,-5 9-69,5-8 0,-4 4 36,5-2-287,0-3 301,0 5-5,-5-6 41,3 0 12,-3 0 31,5 0 386,0 0-469,-5 0 58,4 0-183,-5 0 81,6 0 1,-1 0-240,-3 0 178,3 0-28,-4 0 23,-1 0-17,5 0 13,-4 0 1,4 0 17,-3 0-88,2 0 88,-3 0-131,5 0 167,0 0 9,-5 0-9,4 0 17,-5 0-20,6 0-4,0 0-12,0-6 1,2 5 1,2-3 1,-3 2 148,3-2-100,2 2 0,1-7 3,5 5 0,-5-5-32,1 1 0,0-2 8,4-2 0,0 0-80,-1 1 1,1-5 69,0 0 0,0-3-56,-1 3 0,5-4-42,0 5 0,1-5-14,-1 4 1,-3-3 8,2 3 0,2 1-118,-1 3 0,1 0 76,-1 0 1,2 0-130,5 1 1,-3-1-5,0 0 1,-1-1 134,5-3 0,-1-2-19,1-5 1,1-6-24,2-2 0,-2-9-7,2-3 0,2-3 9,-2-1 0,6 0 12,-2 0 0,3 4 48,2 0 0,3 1-5,0-1 0,2 4 15,-2 8 0,-3-7-40,4 2 0,-4-3 160,-1 0 1,1 1-85,-1-5 1,2 0-5,2-4 1,12-7-21,8-4 1,3-8-227,1-8 0,-31 34 0,0-1 229,1-2 1,1 0 0,2-5-1,1 0-52,-2 1 1,0 0 0,5-4 0,0 0-202,1 0 1,0 0 0,2 1-1,-1 0 266,1-1 0,1 0 0,1 0 0,1 1 37,-3-1 0,0 0 0,4-1 0,2 1 0,-1 2 0,2 0 0,-1-2 0,0 0 0,-3 2 0,2 0 0,3-6 0,2-1-285,2 1 1,0 0-1,0-3 1,0-1 284,0 2 0,-1 0 0,3-6 0,0-1-333,1-2 1,2-1 0,3-3 0,2-1 329,-1 1 1,1-1-1,-19 20 1,1 0 0,-1 0-156,21-23 0,-1-1 1,-21 21-1,-1-1 0,1-1 158,3 0 0,1 0 0,0 0 0,0-2 0,-1 0 0,1-1 0,-2-1 0,0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1:47.635"/>
    </inkml:context>
    <inkml:brush xml:id="br0">
      <inkml:brushProperty name="width" value="0.06" units="cm"/>
      <inkml:brushProperty name="height" value="0.06" units="cm"/>
      <inkml:brushProperty name="color" value="#FF0066"/>
    </inkml:brush>
  </inkml:definitions>
  <inkml:trace contextRef="#ctx0" brushRef="#br0">19 13 8096,'-12'-12'157,"6"11"1,7 9 0,12 16 161,10 6 1,6 8 523,6 2 1,9 4 23,7 0 0,11 2-840,17 1 1,-34-21 0,2-2 463,4 0 1,1 0-1,-1-1 1,-1-2 294,41 15 0,1-1-226,-5 1 0,-40-13 0,-1 1-301,-2 3 0,-1 2 0,-3 2 0,-2 2 207,21 42 0,-12 4-331,-11 8 1,-23-38 0,-2 1-79,-3 2 0,-5 2 1,-6 9-1,-5 1-705,-6 2 1,-4 2 0,-9 12-1,-5 3 597,5-22 0,-2 1 0,-2 1 0,-7 8 0,-2 2 0,-2 1 51,-5 6 0,-2 1 0,-1-1 0,-4 2 0,-1-1 0,-1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1:45.284"/>
    </inkml:context>
    <inkml:brush xml:id="br0">
      <inkml:brushProperty name="width" value="0.06" units="cm"/>
      <inkml:brushProperty name="height" value="0.06" units="cm"/>
      <inkml:brushProperty name="color" value="#FF0066"/>
    </inkml:brush>
    <inkml:brush xml:id="br1">
      <inkml:brushProperty name="width" value="0.08" units="cm"/>
      <inkml:brushProperty name="height" value="0.08" units="cm"/>
      <inkml:brushProperty name="color" value="#FF0066"/>
    </inkml:brush>
  </inkml:definitions>
  <inkml:trace contextRef="#ctx0" brushRef="#br0">1545 6027 8273,'-12'-1'-152,"0"-1"0,1-2-97,-1 1 0,0 2-380,0 1 797,6 0 1,-1 0-81,3 0 33,3 0 0,-3-4-59,8 0 0,3-5 141,4 1 1,1-4-133,0-4 1,5 2 96,2-6 1,5 1-129,3-5 1,3-3-36,6-1 1,3-4-84,0 0 1,6-8 77,-2-7 0,6-5-42,2-7 1,0-6-293,-4-6 0,6-2 286,1-9 1,-21 37 0,1 1-158,1-5 1,1 0-1,2-1 1,1 0 211,-2 1 0,0 0 1,3-1-1,0 0-11,-1-3 0,0 0 0,7-4 0,2 0-258,1 0 1,0 1-1,2-2 1,-1 2 189,-3 3 1,0 0 0,2-2 0,1-1 40,1-1 1,0 0 0,4 0 0,1 1-14,-1 1 0,0 0 0,0-2 1,0-1 26,-4 3 0,0 0 0,3-4 0,3-1-316,3 0 1,1-1 0,0-2 0,0-1 308,-2 1 1,-1 1 0,2-3 0,1 0 3,1-1 0,1-1 1,-3-1-1,0 0-89,3-2 0,0-1 0,1 0 0,1 0-151,0 2 1,-1 0-1,0-1 1,0-1 173,-1 6 0,0 1 1,1-2-1,1 0 44,2 1 1,-1 1 0,0-4 0,-1 0 21,-4 1 1,0 0-1,4 1 1,0 2 1,-2 5 1,0 0 0,0-4 0,-1-1 6,-1 0 1,0-1-1,0 0 1,2-1 10,0 4 0,-1-1 0,-3-1 0,-1 0 0,-4 1 0,1 1 0,2 0 0,-1 1 0,-4-4 0,0-1 0,3 3 0,0 1 0,-4 0 0</inkml:trace>
  <inkml:trace contextRef="#ctx0" brushRef="#br1" timeOffset="1778">309 5269 9031,'-36'-16'198,"1"0"1,-1 3 234,1 4 0,6 5 1151,5 8 1,7 4-585,9 8 0,-2 2-390,2 6 1,-2 6-268,3 6 1,-4 5 0,3 7 0,-1 4 148,1 3 1,-1 8-319,5 4 1,0-2 301,4-2 0,0 1-54,0-1 1,10 9-176,6-5 0,11 10-327,4-2 0,9 6 23,3 2 0,8-2 69,5-2 1,7-4-246,4-8 0,7-7 317,9-9 0,6-10 64,-38-24 0,1-3 1,44 5-839,-5-15 0,-3-4 327,7-4 1,-6-8-1065,2-8 0,-12-8-55,-12-3 1482,-5-3 0,4-7 0,-3-3 0,3-2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4:01:10.925"/>
    </inkml:context>
    <inkml:brush xml:id="br0">
      <inkml:brushProperty name="width" value="0.06" units="cm"/>
      <inkml:brushProperty name="height" value="0.06" units="cm"/>
      <inkml:brushProperty name="color" value="#FF0066"/>
    </inkml:brush>
  </inkml:definitions>
  <inkml:trace contextRef="#ctx0" brushRef="#br0">0 70 8372,'49'-5'0,"5"-3"0,1-2 0,1 0 0,7-2 0,2 0 0,-1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5:43.746"/>
    </inkml:context>
    <inkml:brush xml:id="br0">
      <inkml:brushProperty name="width" value="0.06" units="cm"/>
      <inkml:brushProperty name="height" value="0.06" units="cm"/>
      <inkml:brushProperty name="color" value="#FF0066"/>
    </inkml:brush>
  </inkml:definitions>
  <inkml:trace contextRef="#ctx0" brushRef="#br0">446 2217 8845,'-3'-8'781,"-1"0"61,0 6 0,4-5 273,0 3 0,1 3-616,3-3 1,9-1 1,11 1 0,6-5 177,9 1 0,4 1-367,8-1 1,9 1-284,10-5 1,4 1-1077,0 3 1,-6-1 732,-13 5 0,-4 0 315,-8 4 0,-29-47 0,-11-11 0</inkml:trace>
  <inkml:trace contextRef="#ctx0" brushRef="#br0" timeOffset="401">1822 30 10410,'-11'-12'0,"-1"1"0,0 5 3671,0 6 0,6 12-2872,2 11 0,3 11-380,1 9 1,0 7-175,0 1 0,0 10 106,0 2 1,0 10-1,0 6 1,-4 7 27,0 4 1,-2 3 126,3 1 0,0 4-322,-5 0 0,6-47 0,0 0 91,-6 47 1,6 1-2592,-2-1 0,2-4-109,2 0 0,2-2 2425,2-10 0,1 1 0,3-8 0,-2-2 0,3-1 0,5-1 0</inkml:trace>
  <inkml:trace contextRef="#ctx0" brushRef="#br0" timeOffset="942">105 2146 8277,'-13'-1'0,"-1"-3"557,-2-4 1,1 2 813,3-2 0,1 4 1672,4-4-1493,-4 5-1660,10-2 0,-3 5 125,8 0 1,-2 0 172,6 0 0,4 4 237,4 0 0,5 0 200,-2-4 1,9 0-161,3 0 0,8 0-1,4 0 0,11 0-194,1 0 0,6-1-5,-2-3 0,5 2-21,7-1 0,3-3-101,1 2 1,4 0 184,0 4 0,-2 0-12,1 0 1,2 0 102,6 0 1,4 0-323,8 0 1,-45-1-1,0-1 112,3 0 1,2 0-1,6-2 1,1 0 119,1 2 0,1 0 0,2-2 0,0 0-496,-3 2 1,1 0 0,0 0 0,2 0 166,1 2 0,1 0 0,0 3 0,0 1 0,-2 1 0,-1 1 0,1 0 0,-2 2 0,-5 1 0,-2 1 0,-2-2 0,0-1-134,-3 0 0,0 1 0,0 1 0,0-1 134,-2 0 0,-1 0 0,0 0 0,-2 0 0,40 3 0,-2 1-43,-6 0 1,3 0 42,-2-1 0,-10-3 310,-14 0 1,-11-4-311,-9 4 0,-5-2 484,-7 2 0,0 1-1139,-12-5 1,0 5-702,-7-1 1,1 8-1226,-5 3 0,-12 9 1516,-12 3 0,-19 15-1353,-16 9 2418,18-24 0,-10 1 0,-14-2 0,-13 1 0,-2-1 0,-11 2 0,0 1 0,-1-1 0</inkml:trace>
  <inkml:trace contextRef="#ctx0" brushRef="#br0" timeOffset="1967">646 3687 8217,'-7'-12'0,"-1"0"417,-1 0 1,2 1 408,-1-1 1,6 4 2310,-2 0-2285,2 6 1,8-2-561,1 8 0,13-2 5,4 6 0,8 0 175,3 4 0,2-2-41,6-2 1,4 1 191,4-5 0,0 0-248,-4-4 0,0-7 13,0-4 0,3-6 106,-3-7 0,-3 1-94,-8-1 0,-8-3-128,-4-1 0,-7 2-84,-9 7 1,-3 2-91,-5 5 98,-5 5 0,-2-2-127,-5 5 1,5 0 78,-1 4-360,0 0 0,-4 0-53,0 0 1,5-4-88,-1 0 66,0 1 370,-4 3 169,0 0-87,6 0 38,-5 0-109,10-6 0,-5 5 381,2-3 95,2 3-62,-3 1-476,5 0-1426,0 0 2185,5 0-65,-3 0 359,3 0-96,-5 0-206,0 0-784,0-5 0,-1 3 0,-3-2 0,1-2 0,-5-2 0,0 1-388,-3 0 1,-6-1 59,-3-4 1,-7 2-112,-5 2 1,-7-1 235,-4 5 1,-7 1-19,-1 7 1,-5 8 249,1 7 1,0 9-32,4 3 1,2 4 122,9 5 1,5 0-144,4 3 0,5 6 151,-2-6 1,10 5-77,6-5 1,2-1 151,6 1 1,0-1 225,4 1 1,5 1-169,3-4 1,8 3 101,3-4 1,9 4-366,3-4 0,10 0 0,6-3 0,11-6 0,13-3 0,9-1-240,6-6 1,4-6 239,-4-14 0,4-1 0,-3-3 0,-5-8 0,-11-7 0,-11 2 0,-21 1 0,-12 7 0,-15 1 0,-5 5 0,-9-2 0,-2 5 0,-2 0 0,-6 0 0,-5-5 0,-43-22 0,-16-11 0</inkml:trace>
  <inkml:trace contextRef="#ctx0" brushRef="#br0" timeOffset="2633">1681 3287 8637,'-13'-12'0,"-1"0"1303,-2 1 0,2 3 3462,6 0-2392,-3 5-986,10-2-839,-4 5 0,10 0-62,3 0 0,4 0 22,3 0 0,5-5 213,7-3 0,7-4-416,6-3 1,3 2-313,-4-3 0,4 3-1518,-4 1 0,-5 2 871,-6 2 1,-9 3-2839,-3 5 1,-4 1 3491,-5 3 0,-90 13 0,27-5 0,1 1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5:47.839"/>
    </inkml:context>
    <inkml:brush xml:id="br0">
      <inkml:brushProperty name="width" value="0.06" units="cm"/>
      <inkml:brushProperty name="height" value="0.06" units="cm"/>
      <inkml:brushProperty name="color" value="#FF0066"/>
    </inkml:brush>
  </inkml:definitions>
  <inkml:trace contextRef="#ctx0" brushRef="#br0">353 106 8058,'-8'-4'0,"2"-1"806,0-2 0,3 3 686,3-3-608,-6 4 1,4-6-370,-6 5 1,5-1-97,-1 1 1,2 2-111,-2-2 1,2 2-68,-1-2 0,1 1 475,2-4-179,-5 4-1,4-8-332,-5 10 0,5-5 54,-3 2 91,3 2-297,-10-3 0,5 5-201,-6 0 0,-1 5 139,-3 3 0,-1 8 26,-2 3 0,-3 4 97,2 0 0,-2 2 7,-2 2 0,2-2-3,3 3 0,-1 0 19,8 0 0,-1-1-82,9-3 1,0-2-117,4-2 1,2-1-84,1-7 0,8 2 68,5-6 0,1-3 96,-2-1 1,2-2-40,3-2 0,2-2 148,-2-2 0,2-2-101,1-6 0,0-3 29,-4-1 1,2-5-44,-5 1 1,1-2-88,-2-1 0,-1 0 245,1 4 0,-6-3-93,-1 2 1,-5 3 387,1 1 0,-3 3 257,-1 2 123,0 4-132,0 2 261,0 5-764,-5 0 0,4 10-249,-3 6 1,2 5 630,2 2 1,2 6 561,2 2 0,2-1-789,6 2 0,0-2-367,-1 1 0,1-2 0,0-6 0,0-4 0,-1-4 0,1-1 0,0-3-1159,-6-4-1178,0-2 1,-6-6 2336,0-3 0,-21-39 0,-5-15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5:48.780"/>
    </inkml:context>
    <inkml:brush xml:id="br0">
      <inkml:brushProperty name="width" value="0.06" units="cm"/>
      <inkml:brushProperty name="height" value="0.06" units="cm"/>
      <inkml:brushProperty name="color" value="#FF0066"/>
    </inkml:brush>
  </inkml:definitions>
  <inkml:trace contextRef="#ctx0" brushRef="#br0">94 182 8286,'-9'-12'0,"-3"1"0,-1-1 0,0 1 4138,2 4-3031,4 1 1,2 13-1062,5 5 0,4 11 3,0 12 1,3 6 504,-3 6 0,2 5-175,-3 3 1,-1 7-181,2 0 1,-4 2-129,-4-1 1,-3 2-265,-4 6 1,-1-2-222,0-2 1,5-8 259,4-8 1,1-8-1285,2-4 1,3-5 91,5-7 1,5-6 1345,10-13 0,32-60 0,8-20 0</inkml:trace>
  <inkml:trace contextRef="#ctx0" brushRef="#br0" timeOffset="225">329 582 8286,'-6'0'2653,"1"0"0,15 0-2346,6 0 0,11-4-220,9 0 0,9-5 450,10 1 1,8-6 733,4-2 0,3-3-1461,-3 3 1,-7 0 160,-17 4 1,-8 2-3461,-7 2 2214,-9 3 0,-7 6-1163,-8 3 2438,-3 3 0,-22 4 0,-5 1 0</inkml:trace>
  <inkml:trace contextRef="#ctx0" brushRef="#br0" timeOffset="399">882 18 9672,'-12'-7'3814,"1"-3"1,0 20-3269,3 6 1,-2 22 137,2 16 0,-2 20-770,-2 12 0,0 11-915,6-47 0,0 1 1,0 47 350,2-3 1,4-4-445,4-9 0,6-2 1144,6-9 1,26-1 0,2 1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5:49.724"/>
    </inkml:context>
    <inkml:brush xml:id="br0">
      <inkml:brushProperty name="width" value="0.06" units="cm"/>
      <inkml:brushProperty name="height" value="0.06" units="cm"/>
      <inkml:brushProperty name="color" value="#FF0066"/>
    </inkml:brush>
    <inkml:brush xml:id="br1">
      <inkml:brushProperty name="width" value="0.08" units="cm"/>
      <inkml:brushProperty name="height" value="0.08" units="cm"/>
      <inkml:brushProperty name="color" value="#FF0066"/>
    </inkml:brush>
  </inkml:definitions>
  <inkml:trace contextRef="#ctx0" brushRef="#br0">5904 1364 8446,'-12'-6'244,"5"-5"0,-3 9 2665,2-6-1495,-2 5 65,3-7-551,-3 8-304,8-3-456,-3 5 48,5 0 1,5 0 330,3 0 0,4 0-32,4 0 1,-1 1-11,9 3 1,-2-2-299,9 2 0,2-3 7,6-1 1,7 0 61,5 0 0,5 0 6,-1 0 0,4-1-158,3-3 1,-1 2 204,1-2 1,-2 3-16,-1 1 0,4-4-35,0 0 0,2-1 208,-6 1 1,2 1-246,-6-4 0,2-1-19,2-4 0,5 0 316,3 1 0,-2 0-103,2 3 1,-6-1-336,2 5 0,-4 0 42,-4 4 1,-3 0-97,-5 0 0,-3 0-66,-4 0 1,-2 4-453,-11 0 0,-5 5-326,-6-1 1,-8-1-1017,-4 0 1,1 3-1564,-1 5 1,0 1 3375,-4 7 0,-42 14 0,-10 11 0</inkml:trace>
  <inkml:trace contextRef="#ctx0" brushRef="#br1" timeOffset="1442">3822 1035 10604,'-22'-4'0,"1"-1"38,1-2 0,2 5 958,-1-2-58,2 2-480,5 2 1,7 0-468,5 0 0,5 7 1,8 3 34,3 5 174,7 6 0,7-4-33,5 2 0,3 2 0,5-5 78,8-2 0,7-1-207,5-1 0,7-6-326,9-2 1,5-2-782,3-2 0,-1-7 723,-4-5 1,1 1-914,-1-5 834,-5-2 1,-18 9 483,-16-3 1,-47 18 0,-18 2 0</inkml:trace>
  <inkml:trace contextRef="#ctx0" brushRef="#br1" timeOffset="1616">3775 1576 11165,'8'-12'501,"0"0"1,-4 6-283,4 2 0,5 4 1040,6 4-966,14 2 1,7 2 0,21-1-559,13-2 0,25-1 34,-43-4 1,2 0 0,6-2 0,1-1-571,2-1 0,0 0 0,-1-3 1,0-1 810,-1 1 1,-1-1 0,-11-2-1,-3-1 1,42-8 0</inkml:trace>
  <inkml:trace contextRef="#ctx0" brushRef="#br1" timeOffset="2541">1553 247 17169,'-6'-8'-1813,"-3"0"0,-4-1 1346,-2-1 0,-1-2 85,4 0 0,0 4-313,1 1 457,-1-1 0,4-3 459,0 3 0,2-2-6,-2 2 1,1-2 0,5-2 522,-2 0-179,0 0 0,4 1 0,-2-1 698,-1 0 0,0 2 558,-5 2-1400,6-3 0,-5 9 0,3-5-93,-4 2 0,2 1 43,-2 4 1,-1 1-30,-7 3 0,0 9 242,-7 11 0,-3 6-153,-10 9 1,-5 4 196,-6 8 0,0 8-272,-4 8 0,4 12 497,3 8 1,9 5-482,20-43 0,3 0 0,1 1 0,2 1-201,1 1 0,0 2 1,2 3-1,1 1-34,0 0 1,2 1 0,0 0 0,1-1-242,1-2 0,2 1 0,1 2 0,1 1-36,0 3 0,2 0 0,0-1 1,0 1-26,1-2 0,0 0 0,0-1 0,0 0-31,-1-5 1,1 0-1,0-2 1,0 1-267,6 44 0,1-8-366,3-16 0,-7-6 444,3-13 0,-9-5 55,1-11 0,-4-1 75,-4-11 1,-3 5 441,-9-5 0,-8 4-411,-7-3 1,-4-1-80,-4-3 0,-5-7-489,-6-5 0,-9-7-391,-8-9 1,-6-13 1187,-2-11 0,1-9 0,3-7 0,1-1 0,-1-2 0</inkml:trace>
  <inkml:trace contextRef="#ctx0" brushRef="#br1" timeOffset="2716">0 1952 17705,'2'-43'1014,"2"0"1,2-3-459,6-1 0,1-3 1193,3 7 1,2 3-86,6 1 1,3 3-214,0 5 1,6 4-808,-2 7 0,9-1-423,3 5 0,2 1-347,3 3 1,0 5-197,3 3 0,8 3-1474,7 1 1,5 0 85,-5 0 1,0 1 1262,-15 3 0,-6 3 1,-4 5-1</inkml:trace>
  <inkml:trace contextRef="#ctx0" brushRef="#br1" timeOffset="3008">1847 858 18157,'-17'-10'-2581,"0"3"3749,-3-4 0,7 4-179,5 7 15,6 0 1,-4 3-673,6 5 1,0 5-209,0 10 0,-4 6-222,0 2 0,-1 7 165,1 1 0,-1 7 270,-3 1 1,-6 2 102,2 5 0,-4 1 70,1 4 1,2 1-783,-3 3 0,4-3-465,4 3 0,5-4 343,6-5 1,11-7-574,9-7 0,12-10-2911,12-7 3837,6-10 0,37-49 0,-41 10 0,0-1 1</inkml:trace>
  <inkml:trace contextRef="#ctx0" brushRef="#br1" timeOffset="3366">2564 1282 14930,'-35'-24'-452,"-1"1"1,2 6 2328,3 5 1,8 2-928,7 6 0,3-2-65,1 2 1,0 3-777,1-3 1,3 3 150,0 1 0,0 0-10,-4 0 0,4 0-128,1 0 0,-3 1 311,-5 3 1,0 8 317,-4 8 1,-1 6-303,-3 1 0,3 10-111,0-2 1,6 8-226,-2 0 0,5 2-927,3-2 564,3-3 1,10-10-1,4-2-779,5-3 1,6-7-3,7-2 0,0-9-80,4-3 1,0-13 496,5-7 1,-1-6 652,0-5 0,-1-3-26,-3-5 0,-2 1 292,-5 2 0,-6 1 725,-2 7 1,-9 3 537,-3 10-980,-2 4 1,-4 4 99,-2 11 0,2 7-326,-6 12 0,5 3-835,-1 5 0,3-1-681,1-2 0,12-3-229,8-6 1,12-6-2215,11-5 3601,8-6 0,-2-48 0,3-20 1,7-4-1,-1 1 0</inkml:trace>
  <inkml:trace contextRef="#ctx0" brushRef="#br1" timeOffset="3750">3199 435 15232,'-5'-42'0,"-2"6"1512,1 7-890,0 12 1,6 14 890,0 11 1,7 7-1576,5 12 1,2 14 156,10 10 0,-3 15 1233,6 9-1100,-2 15 0,-2 4 0,-11-41 0,0 2-59,0 2 0,-1 1-255,-1 4 0,-1 0 1,-2 1-1,-3 1 1,-2 3-1,-2-1 62,-2 1 1,-3 0 0,-3-1-1,-5 0-301,-4-5 1,-5-1-1,-5 3 1,-3 0 355,-6 3 1,-3 1-1,-2 1 1,0 1-338,-1 0 1,1-1 0,4 0 0,1 0 305,6-7 0,2 0 0,0-1 0,2 1 0,2-2 0,1 0 0</inkml:trace>
  <inkml:trace contextRef="#ctx0" brushRef="#br1" timeOffset="4041">777 3598 13413,'-63'-4'313,"1"1"1,9 0 552,12 2 1,22 1 1959,27 0-2268,31 5 0,42-4 0,-22 1 0,5-1 164,10-1 1,4-3-978,14-4 0,7-3 1,-12 1-1,6-1 0,3-1 1,-14 1-1,2-1 1,3 0-1,1 0 286,-10 2 0,2-1 0,1 1 1,1 0-1,2 0 0,9 1 1,2 0-1,2 1 0,1 0 0,0 1-260,-13 0 0,1 0 0,1 1 1,0 0-1,1 0 0,0 0 0,4 1 1,1 0-1,0 1 0,1 0 0,1-1 1,0 1 228,-10 1 0,1 0 0,0-1 0,1 1 0,-1 0 0,1 0 0,0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6:00.324"/>
    </inkml:context>
    <inkml:brush xml:id="br0">
      <inkml:brushProperty name="width" value="0.08" units="cm"/>
      <inkml:brushProperty name="height" value="0.08" units="cm"/>
      <inkml:brushProperty name="color" value="#FF0066"/>
    </inkml:brush>
    <inkml:brush xml:id="br1">
      <inkml:brushProperty name="width" value="0.06" units="cm"/>
      <inkml:brushProperty name="height" value="0.06" units="cm"/>
      <inkml:brushProperty name="color" value="#FF0066"/>
    </inkml:brush>
  </inkml:definitions>
  <inkml:trace contextRef="#ctx0" brushRef="#br0">1012 259 9332,'4'-12'0,"0"0"0,-2 1 70,0 4 937,3-3-458,-4 3 0,3 1 173,-8 2-536,3 2 0,-10 2-41,4 0 18,-4 0 0,-1-3-179,1-1 1,0-2 155,3 2 0,-2-2-180,2-6 1,-2 4 397,-2 0-296,5 1 0,-3-5 1,2 0 209,-2 0 1,-2 1-141,0-1 0,0 0 44,0 0 1,-1 2-46,-2 2 0,-4-1-148,-4 5 1,-1-4 112,1 4 0,-1 0-199,1 4 0,-1 0-73,1 0 0,1 0 162,2 0 1,-2 2-89,2 2 0,-1 2 143,2 6 1,-2 0-14,5-1 0,-1 2-8,1 3 1,2 1-5,-6 3 0,5 2-149,-5-3 1,4 4 125,-3 0 0,3 5 16,-3-1 1,0 1-36,0-5 0,-2 1 170,5-1 1,-3 1-178,3-1 1,0-1 168,4-2 1,-3 2-82,-1-2 0,0 2 23,5 1 0,-1 1-63,0 0 0,0-1 1,1 1 0,3 3-92,0 0 0,1 5 85,0-5 1,0 5-56,3-5 0,3 8 26,-3-3 1,3 4 4,1-4 1,5 2 30,3 1 0,2-1 7,2-3 0,0 2 90,-1-6 1,5 1-113,0-5 0,5 5 244,-2-1 0,0-3-48,0-5 1,1 1 49,3 3 1,5 5-68,-1-1 1,1 1-52,-5-5 1,4 1 50,1-1 1,3-1 4,-3-2 0,0 1 48,0-5 1,-2-1-2,5-3 0,5-2 44,3-2 0,1-1-84,0-3 1,1-3 135,6 3 0,0-8-19,1-4 0,-7-2 3,-1-2 1,-4-1-145,-1-3 1,5-6-165,-1-5 0,0-2 19,-4 1 0,1-3-265,-1-8 0,3 2 133,-3-2 1,2 3 84,-10 0 0,-1 0 58,-6-4 0,1 3-99,-6-7 1,-3 5 133,-4-4 1,-5 0-103,0-4 0,-1-4 11,-2 0 0,0 1-41,0 7 0,-5-2-230,-3 1 1,-3-4 71,-1 1 0,-3-1 69,-1 9 1,-1 5 221,1 6 1,3 1-49,-2 3 1,-2 3 278,1 10 1,-5 0-108,2 3 0,-4-2-22,0 2 0,-5-3-119,1 0 1,-6 0-199,2 3 1,-2-2-371,2 2 1,-2 2 268,6-2 0,-2 0-692,2-4 1,-3-4-378,-6 1 1,1 3 1326,0 4 1,-42 27 0,-11 1 0</inkml:trace>
  <inkml:trace contextRef="#ctx0" brushRef="#br1" timeOffset="800">894 1788 7340,'-6'-6'859,"1"5"0,5-5-583,0 2 40,0 2 84,0-3-95,0 0-362,-6 4 0,5-6-247,-3 3 320,3 3 112,1-4 31,0 5 143,0 0-279,0-6 34,0 5-79,0-4-457,0 5-66,0 0 0,-5 5 0,-2 2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6:05.940"/>
    </inkml:context>
    <inkml:brush xml:id="br0">
      <inkml:brushProperty name="width" value="0.08" units="cm"/>
      <inkml:brushProperty name="height" value="0.08" units="cm"/>
      <inkml:brushProperty name="color" value="#FF0066"/>
    </inkml:brush>
  </inkml:definitions>
  <inkml:trace contextRef="#ctx0" brushRef="#br0">3517 576 18368,'0'-11'-1861,"-1"0"1,-2 2 279,-1 1 1,-1 0 1521,1-3 0,3-1 1761,-3 0 1,-2 0-1003,3 1 0,-5-1-12,4 0 0,-5-4 28,1 1-889,3-1 1,-6 3 438,3-3 0,-3 2-2,-5-6 0,1 1 0,-4-4 258,-2 4 0,-6-3 100,-5 2 1,-2-2 25,-1-2 0,-2 1-143,-2-1 0,3 2-57,-4 3 0,0-4-137,1 4 1,-1 2 57,5 1 1,-1 7 199,-4 1 1,-1 5-11,-6 0 1,0 1-381,0 2-186,-6 0 0,4 2 0,-5 0-160,2 2 1,-1 5 343,3-1 1,-5-1 145,-8 0 0,0 0 265,1 1 0,0-2-179,11-2 0,-4-2 30,4 1 1,-5-1-84,1-2 1,2 0-357,-2 0 0,1 1 0,-1 3 0,-2 4 0,2 8 0,0-2 0,-4 5 0,2 1 0,-10 4 0,-7 3-503,-5 0 0,1 5 217,7-5 0,1 6 7,-1-2 0,-2 6 121,3-2 0,8 2 219,15-10 0,7 1-192,8-5 0,0 1 92,4-1 1,-1 1-81,2-1 0,-3 1 54,-5-1 1,5 1 26,2-1 1,9 1 33,3-1 0,-1 6-344,1 2 0,-3 3 120,3 2 0,0 3 16,4 0 0,1 5-28,-1 0 1,0 1 7,0 2 1,2 0-76,2 0 1,3 2-28,5 2 1,0 0 41,0 0 1,9 0 28,3-8 1,9-1-136,2 1 1,6-2 157,6 3 0,2-3 99,2-1 0,4-4 141,8 3 0,1 2 268,3-2 0,-1-4 24,-3-3 1,4-2 293,7 1 1,12 0-105,4-7 0,6 2 290,-6-6 0,3 2 64,1 1 0,12 0-327,0-4 1,-44-8 0,0-1 115,40 6 1,4 3-517,4-3 0,-45-8 1,1 0-110,1-2 0,0 0 0,1-1 0,0 0 0,-5-1 0,0 0 0,4-1 0,0-1-14,2-2 1,0 0 0,0 2 0,-1 0-140,-1 0 1,0 0 0,-2 0 0,0-1-26,45-5 0,-4 1 2,0-5 1,-7-4-76,-8-3 0,3-2-255,1 1 0,-2-2 322,1-6 1,-2-3 129,-10-1 0,3-4-229,-6 0 0,3-7 51,5-4 1,-6-3 37,-2-1 1,-4-1 42,-13-3 1,5-1 36,-4-3 0,2-1 43,-10 5 0,-7 5 39,-16 7 1,-4-2 31,-9 2 0,-1-5 184,-6 1 0,-3-3-184,-5-1 0,-5 4 310,-10 0 1,-10-1-311,-2-3 0,-8 4 0,-1 0 0,-5-4 0,-2-4 0,-5-9-21,1 1 0,-4-3 21,-4-1 0,-3 3 0,-9-3 0,-5 4 0,-2 4 0,6 8 0,10 8 0,-2 4 0,-7 3 0,-4 5 0,-4 7 0,-2 9 0,7 7 0,-10 2 0,-6 2 0,44 3 0,-2 1 0,-1 1 0,1 2 0,1-1 0,2 1 0,-41 12 0,1 0 0,-1 0 0,5 2 0,11-5 0,10 0 0,13-5 0,6 0 0,2-3 0,5 2-61,-1-2 1,8-2-643,3 2 0,3 0-1616,2 4 1,-2 0 1152,-2-1 1,1 6 1165,-6 3 0,2 6 0,-4 4 0,-1 4 0,-3 4 0</inkml:trace>
  <inkml:trace contextRef="#ctx0" brushRef="#br0" timeOffset="1000">3388 2093 20672,'-47'0'-286,"0"0"0,-2 0 0,1 0-255,1 0 0,4 6 669,11 1 1,7 0-54,6 1 1,5-2-4,-2 2 1,-2 3 0,-1-5 0</inkml:trace>
  <inkml:trace contextRef="#ctx0" brushRef="#br0" timeOffset="1900">3458 2082 19814,'0'-12'-2304,"0"0"0,0 4 1989,0 0 2441,-5 6-686,4-9-972,-5 10-924,6-4-44,0 5 1,0 1-1369,0 3 1609,0 3 1,0 0-463,0 1 497,0 0-356,0 4 1237,0-6 0,0 1-669,0-3 1024,0-3-545,0 4 0,-1-5 0,-2-1 438,0-3 1,-5 2-280,4-6 1,-5 1-114,1-1 0,-3-2-142,0 2 1,3 1-64,0 0-571,0-1 0,-2 0 274,2 0 0,1 6-1408,3-2 894,3 2 1,-6-2-223,4 0-106,1 1-149,-3 3 1237,5 0 0,0 1-249,0 3 550,-5-3 568,3 4-638,-3 1 1,5-4-692,0 6 122,0 0 0,0 4 308,0-1 1,0-3-718,0 0 0,0 0 557,0 4 0,0-5-1,0 1 0,4-4-757,0 4 0,0-4 225,-4 4 1,0-4 430,0 4 134,0-6 245,0 3 1,1-5 1662,3 0 405,-2 0-1466,3 0 1,-5-5-562,0-3 1,0-2 114,0-2 1,0-1-169,0-3 1,-4 3-175,0-2 1,0 2 57,4 1 0,-4 4-1156,0 0 0,0 4-277,4-4 0,-1 4-2001,-3-3 1991,3 4 689,-10-2 1,6 6 872,-3 3 1,-1 3-159,5 4 1,-4 1 62,4 0 1,-3 3-32,3 1 1,0 0 313,4-4 1,0 3-179,0 1 1,1 1-126,3-1 0,2-3-303,6 2 0,5-2-352,3-1 1,6 0 195,1 0 0,2-4 288,-1-1 0,-8-4-299,4 1 1,-3-3 250,2-1 1,-6-1 302,-5-3 0,-1-3-387,-7-4 0,-1-1-812,-3 0 1,0-5 732,0-2 0,-26-30 0,-6-7 1</inkml:trace>
  <inkml:trace contextRef="#ctx0" brushRef="#br0" timeOffset="2449">471 1517 11318,'41'72'0,"3"2"-1535,6 5 1326,-22-34 0,3 1 1,3-1-1,1-1 147,2 3 1,0 0-1,1-3 1,0-2-1,-1-3 1,1-2 149,0-1 1,2-1-1,3-1 1,2-2-763,1 2 0,2-1 791,-2-3 1,2-1-1,3-2 1,2-2 0,-1-1-1,-1-2 207,3 0 0,1-1 1,6-2-1,2-3 388,1-1 0,1-2-496,2-3 0,1-1 0,1 2 0,2-2 0,4-2 1,1-1 623,2 0 0,1-2-614,8-1 0,0-2 0,-6 2 1,0-2-1,7-2 0,0-2 19,2 0 1,-1-1 0,-2-2-1,0 0-70,5-2 0,0 0 1,1-1-1,-1-2-160,-4-2 0,0-1 1,-2 1-1,-1-1 58,-7-3 1,-3-2 0,-5 3 0,-2-3-128,-4-3 0,-2-3 54,-7 1 0,-3-2 0,-7-3 0,-2-2 0,31-31 0,-7-4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6:10.182"/>
    </inkml:context>
    <inkml:brush xml:id="br0">
      <inkml:brushProperty name="width" value="0.06" units="cm"/>
      <inkml:brushProperty name="height" value="0.06" units="cm"/>
      <inkml:brushProperty name="color" value="#FF0066"/>
    </inkml:brush>
  </inkml:definitions>
  <inkml:trace contextRef="#ctx0" brushRef="#br0">12 953 8442,'0'-12'143,"0"0"186,0 6-178,0-5-216,-5 10-82,4-4-72,-4 5 24,5 0 1,0 1 291,0 3 78,5-3 36,-4 10 1,6-9-30,-3 6-35,-3-5 1,5 6-25,-2-5 1,-1 4 128,5-5 0,-4 5-55,4-4 1,-1 5-61,5-1 1,0 1-39,0-1 0,5 3-109,2-4 1,9 3 75,3-3 1,4 4-4,5-3 0,1-2 7,6 2 1,4-5 16,0 1 0,0-3-141,-4-1 1,2 0 74,2 0 1,1-1-1,3-3 0,1-3 16,-5-5 0,0-1-19,-4-2 0,-1 0-13,-3-4 0,-7 3 39,-4-4 0,-5 5-117,4-5 1,-4 1 94,0-5 1,-6 4-40,-1 1 1,-7-1 8,-2-3 1,4-1-11,-7 1 1,3-1-105,-7 1 0,5-1-218,-1 1 1,1-1-132,-1 1 0,1-1 136,-5 1 0,4-2-72,-4-3 0,4 3 26,-4-2 1,0-3-40,-4-1 0,0-3 166,0-2 0,-2-4 121,-1-3 1,-5 1 132,-8-1 0,-2 6 0,-6 2 0,-6 1 0,-5 7 0,-16 10 0,-9 6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6:13.824"/>
    </inkml:context>
    <inkml:brush xml:id="br0">
      <inkml:brushProperty name="width" value="0.08" units="cm"/>
      <inkml:brushProperty name="height" value="0.08" units="cm"/>
      <inkml:brushProperty name="color" value="#FF0066"/>
    </inkml:brush>
  </inkml:definitions>
  <inkml:trace contextRef="#ctx0" brushRef="#br0">12 105 20566,'0'-17'-1981,"0"-1"0,0 0 1136,0 2 858,0 3 0,-4 5-617,0 0 776,1 6 1,4-2-563,3 8 229,2-3 0,6 9 1,1-1-1477,3 6 1384,2-2 366,11 4 0,58 10 0,-33-11 0,0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4:07:19.730"/>
    </inkml:context>
    <inkml:brush xml:id="br0">
      <inkml:brushProperty name="width" value="0.06" units="cm"/>
      <inkml:brushProperty name="height" value="0.06" units="cm"/>
      <inkml:brushProperty name="color" value="#FF0066"/>
    </inkml:brush>
  </inkml:definitions>
  <inkml:trace contextRef="#ctx0" brushRef="#br0">1161 262 7833,'-74'-22'0,"-1"-6"222,30 9 1,-2-1 0,-45-15-181,42 19 1,-1 2-1,-39-8 250,1-2 0,11 5 222,4 0 1,8 3-937,4 9 1,13 8-34,7 10 1,6 7-180,5 10 1,-1 8 185,5 10 1,6 2 116,9 6 0,2 7 167,6 8 0,0 7-47,4 9 0,11-1 211,4 5 0,11 5 0,-11-44 0,1 1 0,2-1 0,2 0 0,1 1 0,1 0 0,0 0 0,1 0 0,0-1 0,1 1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8:26.331"/>
    </inkml:context>
    <inkml:brush xml:id="br0">
      <inkml:brushProperty name="width" value="0.08" units="cm"/>
      <inkml:brushProperty name="height" value="0.08" units="cm"/>
      <inkml:brushProperty name="color" value="#FF0066"/>
    </inkml:brush>
  </inkml:definitions>
  <inkml:trace contextRef="#ctx0" brushRef="#br0">0 93 8983,'2'-11'-108,"0"-1"1,2 0-628,-1 0 2547,-2 1 1031,-1-1-1786,0 0 1,2 6-562,1 2 1,4 8-142,5 3 1,1 5-88,2 4 1,5-2-36,8 6 0,2-4 58,5 3 0,0-3-1,0 3 1,6-8 867,2 1-794,8-3 1,5-3-1,11-2 411,7-2 0,13-2-347,7 0 0,-43-2 0,2 0-278,4 0 0,0 0 1,1-3-1,0 1 75,1-1 1,0 2-1,-3 0 1,0 0 46,-1 1 0,0 1 0,0 0 0,0 0-16,-2 1 0,-1 0 0,44 2 8,-18 1 1,-3 8-265,-13 5 0,1-1 0,-4-3 0,0 0-45,-1 0 0,-1-1-583,-6 1 1,-2-1-772,-10-4 0,-5 3 234,-6-7 0,-9 3-1536,-3-2 108,-8-3 929,-3 4 1,-6-5-1606,-3 0 3269,-8 0 0,-43-31 0,-14-8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8:31.598"/>
    </inkml:context>
    <inkml:brush xml:id="br0">
      <inkml:brushProperty name="width" value="0.08" units="cm"/>
      <inkml:brushProperty name="height" value="0.08" units="cm"/>
      <inkml:brushProperty name="color" value="#FF0066"/>
    </inkml:brush>
  </inkml:definitions>
  <inkml:trace contextRef="#ctx0" brushRef="#br0">2828 154 14192,'-6'-5'-2599,"-1"3"2468,3-2 1,3 2-828,-3-2 789,3 3 1,1-6-1,0 3 476,0-4-139,0 3 0,0-5 265,0 2-947,0 3 566,0-6-308,0 5 20,0-1-10,0 2-146,0 0-208,0 3 800,0-3 1,-21 10 0,-5 2 0</inkml:trace>
  <inkml:trace contextRef="#ctx0" brushRef="#br0" timeOffset="384">2770 25 17013,'-12'-7'-3588,"0"-2"2901,0 5 0,4 0 971,1 4 0,0 1 385,-1 3-425,-2 3 0,5 5-312,-3-1 0,-1 1 40,5 0 0,-2 0-70,2-1 0,3 1-122,-3 0 562,-2 0-254,4-1 1,-8 5 0,3 0-65,1-2 1,-6 4-148,0 2 0,-5 7 265,-6 5 0,-11 6 19,-5 1 1,-11 5 105,-5-1 1,-4 7-287,-3 1 1,3 4 188,0-4 0,2 1-12,6-1 0,-2-1-37,2 5 0,-6-2-300,-6 2 113,0 3 1,3-2-1,-4 12 57,30-30 0,-2 2 0,-5 7 0,-1 1 2,-4 5 1,-2 0-1,-1 3 1,-1-1-347,-2 2 0,-2 0 0,-2 2 0,0 2 312,-3 5 0,0 1 0,-2 1 0,-1-1 38,2 2 1,-1-1-1,0 0 1,2-1-142,5-2 1,2-1 0,-2-1 0,-1 0 143,1-1 0,-1 1 0,0 1 0,3 0 0,3 1 0,1-1 0,1-1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4:11:19.243"/>
    </inkml:context>
    <inkml:brush xml:id="br0">
      <inkml:brushProperty name="width" value="0.06" units="cm"/>
      <inkml:brushProperty name="height" value="0.06" units="cm"/>
      <inkml:brushProperty name="color" value="#FF0066"/>
    </inkml:brush>
  </inkml:definitions>
  <inkml:trace contextRef="#ctx0" brushRef="#br0">70 24 8005,'-5'13'622,"-3"2"0,-2 3 881,-2 6 1,2-5-709,2 0 1,-1-4 64,5 0 0,0-6-267,4-1 1,6-6-184,1 2 0,9-2 14,3-2 0,10-2 22,5-2 1,2 2 29,7-6 0,3 2-555,5-2 1,4-1-503,-1 5 0,-2-5-377,-2 1 1,-3 2-2876,-5-2 3833,-2 0 0,-10-39 0,-2-10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4:12:18.675"/>
    </inkml:context>
    <inkml:brush xml:id="br0">
      <inkml:brushProperty name="width" value="0.06" units="cm"/>
      <inkml:brushProperty name="height" value="0.06" units="cm"/>
      <inkml:brushProperty name="color" value="#FF0066"/>
    </inkml:brush>
  </inkml:definitions>
  <inkml:trace contextRef="#ctx0" brushRef="#br0">167 12 7818,'-27'0'0,"3"-4"0,-2 1 0,6-1 0,1 4 0,6 0-1406,-2 0 1406,2 5 0,7 1 0,2 5 0,11-5 0,8-2 0,7 2 0,76-9 0,-41 2 0,1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4:12:19.058"/>
    </inkml:context>
    <inkml:brush xml:id="br0">
      <inkml:brushProperty name="width" value="0.06" units="cm"/>
      <inkml:brushProperty name="height" value="0.06" units="cm"/>
      <inkml:brushProperty name="color" value="#FF0066"/>
    </inkml:brush>
  </inkml:definitions>
  <inkml:trace contextRef="#ctx0" brushRef="#br0">101 314 7767,'-15'5'0,"0"3"0,0 1 1001,4 3 1,1-5-479,3 1 0,1-6-520,2 2 12,3 2 0,-6-5-637,4 3-134,1-3 311,-3-1 1,5-1 171,0-3 1,2-6-17,1-5 0,0-5 304,4 2 1,-4-5-104,1-3 1,1 1 63,-2-4 1,1 3-65,-4-4 1,1 4 156,3-4 1,-3 5-70,3-1 0,-8 2 0,-2 2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9:08.839"/>
    </inkml:context>
    <inkml:brush xml:id="br0">
      <inkml:brushProperty name="width" value="0.08" units="cm"/>
      <inkml:brushProperty name="height" value="0.08" units="cm"/>
      <inkml:brushProperty name="color" value="#FF0066"/>
    </inkml:brush>
  </inkml:definitions>
  <inkml:trace contextRef="#ctx0" brushRef="#br0">0 71 27615,'4'-8'-3277,"0"0"1,1 5 2669,-1-5 1,-3 4-239,3-4 0,3 5 1626,1-1 0,2-1-188,2 1-194,0 0 1,1 0 0,2 0 174,5 2 0,8 1-696,3 1 717,3 0 0,6 0 1,5 0 528,4 0-734,10 5 1,13 0 0,12 4-663,8-1 0,5 1 396,1 7-199,0 2 1,-29-2 0,3 2 0,8 0 0,0 1-1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9:05.032"/>
    </inkml:context>
    <inkml:brush xml:id="br0">
      <inkml:brushProperty name="width" value="0.06" units="cm"/>
      <inkml:brushProperty name="height" value="0.06" units="cm"/>
      <inkml:brushProperty name="color" value="#FF0066"/>
    </inkml:brush>
    <inkml:brush xml:id="br1">
      <inkml:brushProperty name="width" value="0.08" units="cm"/>
      <inkml:brushProperty name="height" value="0.08" units="cm"/>
      <inkml:brushProperty name="color" value="#FF0066"/>
    </inkml:brush>
  </inkml:definitions>
  <inkml:trace contextRef="#ctx0" brushRef="#br0">9702 2352 7769,'0'-60'506,"-2"-2"1,-3 1 1316,-7 4-1467,-10 3 0,-3 14 156,-2 4 0,-3 2 1,0 7 212,0 1 1,-8 1-331,2 1 0,-3 7-144,0 6 0,-3 0-141,-5 7 1,-9 0-152,-3 4 0,-2 0 81,2 0 42,0 0 0,4 0 0,2-1 302,1-3 1,-1 1-73,2-4 0,-4-1 157,-7-4 0,-2 0-148,-3 1 0,3-1 70,5 0 1,-1 2-313,-3 2 1,-6-1 88,-5 5 0,-1 0-87,5 4 1,-2 5 130,-3 3 0,-10 9-349,-5 6 17,-5 6 1,6 8 0,42-18-1,0 1-327,0 1 1,0 1-1,-4 5 1,0 1 139,0 1 0,0 1 1,2 1-1,1 0 187,5 1 1,0-1-1,-35 29-51,3 3 0,5 0-138,3-5 0,4 9-165,8-4 0,3 5 378,5 2 0,-3 9-88,3-1 1,20-33 0,0 0-85,1 0 1,1 0 0,-5 4 0,0 2 244,-2 3 0,1 1 1,-2 1-1,0-1-34,3 2 1,2 0 0,-1 1-1,3 0 76,4-1 1,1 0 0,-2-1-1,1 0-14,2 1 0,1 0 1,0 1-1,0 0 37,3 1 0,1 0 0,0-3 0,1-1 2,2-4 1,1 0 0,3 0 0,1 0-68,1 1 0,0 2 0,4 2 0,1 0-6,-2-1 1,2 0-1,3-1 1,3-1 12,7 41 0,-2-44 1,1 1 0,0 1 0,2 1 0,0 0 1,1 0-9,1 2 0,1 0 1,2-1-1,0-1-4,-1 0 1,1 0-1,0 1 1,1 0-22,1 0 0,3-2 0,0 2 0,2-2-50,2-4 0,1-2 1,1 1-1,1-2 23,0-3 0,2-2 0,2-1 0,2-1-6,0 0 1,2-1 0,1 0 0,1 0 127,-4-1 0,2-1 1,4 1-1,1-1-28,-1-2 0,2-3 0,4 0 0,1-2 114,1-2 1,2-1 0,2 0 0,0-1-65,1-2 0,0-1 0,2 1 0,1-2 39,-1-5 1,0-2 0,-1 1-1,0-1-50,0-1 0,2 0 1,2-1-1,1 0-63,2-1 1,0-1 0,-2 0 0,-1-1-60,-3-1 0,0-2 1,0-1-1,1 0 29,2 0 1,1 0-1,0-3 1,0 0-79,-1 2 0,1-2 1,1-2-1,-1-3-37,-2-1 1,0-2 0,1 0 0,1-3-87,2-1 1,0-1 0,0 0 0,0-1 94,-2 0 1,0-1-1,0-1 1,-1 0-8,0-2 1,-2-2-1,0-1 1,-1 0 74,2-1 0,0-1 0,-3-3 0,0 0 83,1 0 1,0-1 0,-3-4 0,-1-1 258,-4 0 1,0-1 0,0-3 0,1-2-160,1 0 1,0 0 0,0-5-1,0-1 194,-3 0 0,-2-1 0,1-4 0,-1-2-252,-2-2 0,-2-1 1,1-5-1,-1-2 134,3-4 0,0-1 0,-2-6 0,-2-1-216,0-1 1,0-3 0,-2-3 0,-1-2 30,-2 1 0,-1-1 1,0-2-1,-1-1-20,0-2 1,-2-1-1,-2-1 1,-2 0-172,-3 3 1,-3 1 0,-3 0-1,-1 1 260,-4 4 0,-1 1 0,-3-1 0,-2 0-189,-1-1 0,-2-1 0,1 3 1,-1 0 447,-3 3 1,-1 1-1,1 2 1,-2 1-101,-3 3 1,-2-1 0,-3-1 0,-2-1-5,-5-1 0,-2-1 1,0-1-1,-1 0-71,-1 3 1,-1 1 0,-1 0 0,-3 2-75,-2 2 1,-2 2-1,-2-1 0,-1 1 33,-3-1 1,-2 1 0,-3 0-1,-1 2 19,2 2 0,-2 3 0,-6 3 0,-3 4-1439,1 8 0,-2 2 940,-6 0 0,-2 3 0,-2 4 1,-3 2-1,-2 1 0,-2 4-207,-1 2 1,-2 3-1,-4 5 1,-1 4 322,-1 4 0,-1 4 0,-4 4 0,-1 5 100,-4 3 1,-1 4 0,-2 5 0,-1 5-183,0 4 1,0 3-1,-4 4 1,1 3 75,30-10 1,1 1 0,-1 2 256,-3 4 0,0 2 0,-1 0 0,0 1 0,0 0 0,0 1 0,-1 4 0,-1 0 0</inkml:trace>
  <inkml:trace contextRef="#ctx0" brushRef="#br1" timeOffset="2415">24 59 27365,'-12'0'-1132,"5"0"-1675,2 0 2673,5 5-3274,0-4 1645,5 5 1750,2-1 1,1-4 970,0 3-1438,-6-3 198,3-1 879,1 0 682,-5 0 1708,4 0-1576,-5 0 0,1 0 252,3 0-1541,3 0 0,2 0 0,2 0 215,2 0 1,6 0 207,1 0 1,9 0-526,6 0 1,7 0-134,9 0 155,13-5 1,7 3 0,12-6 317,-1-1 1,-1-2-256,-2-1 0,-4 1 27,-4-1 0,-3 5-366,-5 3 0,-6 3-659,-10 1 0,-1 9-270,-3 3 1,5 13 1137,-5 2 1,-52-46 0,-21-11 0</inkml:trace>
  <inkml:trace contextRef="#ctx0" brushRef="#br1" timeOffset="2916">212 2881 27098,'5'-6'145,"2"0"1,4 10 0,2 2-2163,3 0 1815,2 2 0,18 0 1,7-2 503,9 0 0,16 1-74,6-3 1,9 0-49,7-4 1,-39 0-1,2 0-117,6 0 0,0 0 1,1 3-1,0 1-407,-1 1 1,0 1 272,1 2 0,3 1 0,22 12 1,6 3-1,-26-8 0,0 1 0,0 0 1</inkml:trace>
  <inkml:trace contextRef="#ctx0" brushRef="#br1" timeOffset="8074">4480 482 28926,'8'-5'-2440,"-1"-3"1,-2-2-20,-2-2 1,-2 4-393,-1 0 2294,0 0 0,0-3 0,0-1 41,0 0 1,-4 4 611,0 1 0,-4-1 225,4-4-1550,0 0 0,4 0 242,0 1 0,0 3 665,0 0 0,0 0-12,0-4 1,4 1 1161,0-1-684,0-5 1,-4 2 0,-1-3-409,-3 1 0,-3-2-1,-4 3 0,-5-4 622,0 5 1,-3-1 404,3 4 1,-5 2 87,2 2 0,-4-3 151,0 4 1,-1 1-159,1 2 0,-1 2 222,1-2 1,-2 3 194,-3-3 0,2 2-191,-5 2 1,0 0-266,-5 0 0,-3 2-103,0 2 1,-2-2-352,2 6 1,3 0-173,-4 4 0,0-2-168,1-2 1,0 2-87,3-2 0,5-1 62,0 1 1,1-2-75,-2 2 1,-1 1 52,6-5 0,0 5-251,3-1 0,1-1 144,-1 0 0,2 0 115,2 1 1,-1 2-148,6-2 0,-6 3-45,1 0 0,2-2-28,-2 3 0,1-3-66,-5 7 1,1-3 25,-1-1 1,1 4-88,-1-1 0,4 2-10,1-1 1,1-2-69,-2 6 0,3-4-1,5 3 1,0 1-153,1 3 1,-5 1 133,0-1 1,1 1-29,3-1 1,0 1-22,0-1 0,1 1 22,-1-1 1,0 1 159,0-1 1,2 1-102,2 0 1,-1 3 26,5 0 0,0 1 16,4-5 1,0 1-162,0-1 0,0 5 52,0-1 0,0 1 58,0-5 0,0 5-3,0-1 1,0 4-2,0-3 0,0-1 54,0-3 0,0-1 170,0 1 1,0 3 170,0 1 1,0 3 77,0-3 0,0 3 4,0-4 1,0 6-12,0-2 0,1 3-71,3 2 0,-1-5-85,5 0 0,0-1 139,3 2 0,1-4 111,0-4 1,1-4 187,3-1 0,-2-1 65,6 2 0,-5-2 75,5-2 1,-1-3 169,5 3 0,0 1 73,-1-2 1,1 1 163,-1-4 0,1 0-74,-1-1 0,-1 5-292,-2 0 1,2-2 2013,-2-6 0,2 2-2067,1-2 0,1 1-32,0-1 0,-1 1-106,1-5 1,4 0 192,4-4 1,2 0-65,1 0 1,-1-1-10,-3-3 1,2 1 229,-6-4 0,5 3-178,-5-4 0,-1 4-157,-6-4 0,2 2-91,-2-2 0,2-3-132,1 3 0,1-1-171,-1 1 1,1-2-70,-1 2 1,1-1-12,0 1 0,0-2-57,4 2 0,-3-3 26,2 0 1,3 0 133,1 3 1,-2-2 74,-1 2 0,0-2-27,0-2 0,-1 0 17,-3 0 1,-1-1-96,1-2 0,-5 2-86,1-3 1,0 1-28,3 0 0,-3 2 31,-1-3 1,1-1-134,3 1 1,1-3 53,-1 3 1,1-4 20,0 5 0,-2-5-13,-3 5 0,2-6-31,-5 1 1,-4 2-80,-5-2 1,-4 6-238,1-2 0,-3-1-124,-1 1 0,0-3-9,0 3 0,0-1-89,0 1 1,0 3 57,0-2 0,0 0-15,0 0 1,0 0 173,0-4 1,2 0 307,2 0 1,-2-3 308,6 2 1,-5-2 55,1-2 0,-3-2-62,-1 3 1,0-2-15,0 9 1,0-3-19,0 3 0,-5 0 78,-3 4 1,1 5 281,-1-1 1,4 4-95,-3-4 1,3 5 178,-4-1 1,4 3 388,-4 1 1,4 0 191,-4 0 0,4 0-28,-3 0 0,-1 4-48,-4 0 1,4 5-495,0-1 1,1 2-192,-5 2 1,4 0-192,0 0 0,2-4-195,-2-1-68,2 1 1,3 0-901,-1 0 153,0-6 843,4 4 806,0-12 0,0 0-1196,0-6 0,0 0 100,0 1 1,0-1-254,0 0 0,1-4 234,3 1 1,-3-1 28,3 4 1,3 1 368,1-1 0,-2 0-386,2 0 1,-4-3-347,4-1 1,-4 0 1068,3 5 1,-4-1-62,1 0 1,1-4 24,-1 1 1,0-1-318,-4 4 1,-1 0-199,-3 1 1,1-5-527,-5 0 1,1-5 206,-5 2 0,-4-3-78,0-2 592,-5-5 0,-28-48 0,17 30 0,1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9:14.315"/>
    </inkml:context>
    <inkml:brush xml:id="br0">
      <inkml:brushProperty name="width" value="0.08" units="cm"/>
      <inkml:brushProperty name="height" value="0.08" units="cm"/>
      <inkml:brushProperty name="color" value="#FF0066"/>
    </inkml:brush>
  </inkml:definitions>
  <inkml:trace contextRef="#ctx0" brushRef="#br0">1610 260 11926,'0'-17'-1435,"-1"0"848,-3-3 0,1 3-195,-5 5 0,4 0 542,-3 1 242,-1-1 0,-4 4 160,0 0-112,1 6 1,-1-4-1,0 5-76,0-3 126,0 3 1,5-6 0,-1 3 62,-1-3 0,-6-4-64,0-1 0,-5 2 31,4 2 0,-8-2-40,0 2 1,-7-3-51,-1 0 0,-2 4-147,-1 3 1,4 3 62,-1 1 1,1 0-120,-4 0 206,5 0 1,1 0-1,5 1 46,1 3 0,-1-1 32,1 5 0,2-6-1,-3 2 1,3 3 1,-6 0 1,-3 0-86,-1 1 1,-3 1 34,-2 7 1,-3-2-53,0 6 0,-4-1-54,4 5 0,-1-1-48,5 1 0,0-1-16,0 1 1,-1 3 10,1 1 1,1-5 13,3-3 0,2-2 7,5 2 0,6 2-21,3-3 1,1-2 14,3-1 0,-1 2-14,0 2 0,0 2-17,1 2 55,-1-1 1,0 5 0,0 0-15,1 3 1,-1-1-20,0 1 1,2 3-8,2-3 1,-1-1 26,5 2 1,-1-5-5,1 4 0,2-4 4,-2 0 1,4-2-16,4-2 0,2 5-16,1-1 0,5 5 28,0-5 1,0 4 8,3-3 1,0 5-37,0-2 0,0-1 11,4 1 0,1-1 46,3 2 0,2 0 15,3-4 0,-2-2 67,5-6 0,4 0 48,5-4 1,3 4 12,-4-5 0,5 1 2,0-4 1,1-4 29,2-1 0,6-4 41,1 1 1,9-3-1,4-1 1,-3-5 125,-1-3 1,-1-3-160,-3-5 1,1-2 76,-9-6 0,4 1-111,-4-1 0,-1-3 24,-7-1 0,-8-3-132,-8 3 1,-3-6-66,-4-1 1,-5-5 7,-7-7 0,-9-23 0,-3-12 0,-3-7 0,1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9:21.756"/>
    </inkml:context>
    <inkml:brush xml:id="br0">
      <inkml:brushProperty name="width" value="0.08" units="cm"/>
      <inkml:brushProperty name="height" value="0.08" units="cm"/>
      <inkml:brushProperty name="color" value="#FF0066"/>
    </inkml:brush>
  </inkml:definitions>
  <inkml:trace contextRef="#ctx0" brushRef="#br0">36 71 8078,'-2'-10'0,"0"0"-1296,-2 3 2932,0-1-1046,-1-4 0,3 4-457,-2 0 644,3 6 5,1-4-1302,-5 6 3151,4 0-270,-5 0-360,6 0 500,0 0-1800,6 6 0,-4-5 84,6 3 1,-4 1-249,4-1 1,0 1 701,3-1 1,3-2-1205,1 1 0,4 3-347,4-2 278,1 5 1,4-7-1,4 5 1,2-2 1,-3-1 619,0-4 1,1 4-209,3 0 1,-5 1 28,-3-1 1,-2-3-87,-1 3 1,-6-2-238,-2-2 0,-3 0 48,-1 0 0,-5 3-405,1 1 0,-4 0 113,4-4 1,-4 0 1,4 0 494,-6 6-2173,4-5 2598,-6 4-2992,0-5 2304,-6 0 0,-1-1 231,-9-3 1,0 1-366,-7-5 1,0 6-152,-8-2 0,-4-3 117,-4-1 0,-6 3 1684,2 1-1532,3-2 0,-2 4 0,4-1 1317,-1 1 1,5 2-1437,6 0 0,9 0 176,3 0 183,3 0-280,6 0 1,2 2-538,5 1-2829,5-1 2905,2 3 0,9-5 313,-1 0 1,10 4 261,-1 0 1,7 1-67,0-1 1,3-3 14,2 3 0,3 1-106,0-1 1,-4 0 301,-3-4 0,-2 4 1136,1 0 1,-4 0-1009,-7-4 1,-3 1-464,-5 3-328,-6-2 264,0 3-494,-6-5 1,-6 0 695,-1 0 1,-8 0-45,-1 0 0,-8 0 284,0 0 0,-7-1-183,-1-3 0,-2 2 35,-1-2 0,1 2 161,3-2 0,-2 3-87,6-3 1,1 2 307,6 2 1,3 0-753,5 0 0,4 0-301,1 0 1,4 2-356,-1 2 0,8-3 233,4 3 0,9 1 430,6-1 1,11 4 213,9-4 1,3 3-54,1-3 1,0 4-94,0-4 1,-1 0 349,-3-4 1,-8 0-187,-7 0 1,-5 0 1435,-3 0-556,-8 0-711,-7-5 1,-6 4-781,-3-3 1,-8-2 246,-8 2 0,-7 1 295,-4 3 1,-5-4 2,-3 0 1,1 0 28,-5 4 1,6-4-20,2 0 0,0 0 18,4 4 1,2 1 131,1 3 573,9-2-1147,2 8-219,10-9 1,3 6-665,8-3 0,9-3 1158,11 3 0,8-3 173,8-1 0,8 2-6,-1 2 1,3-3 143,-3 3 0,2-3 49,-2-1 0,-2 0-63,-10 0 0,-2 0 702,-6 0 1849,1 0-2744,-20 0 0,1 0 6,-13 0 0,-4 0-38,-8 0 1,-9 0 22,-10 0 0,-1 0 48,-8 0 1,3 0 51,-2 0 1,2 0 26,6 0 0,1 1-148,2 3 1,0-2-3,4 2 0,2 1-286,7-1 0,5 1-372,7-1 55,4-3 0,-1 8-848,8-5 0,4 1 1230,8-1 0,7-2 332,8 2 1,9 1 90,3-1 1,6 1 27,2-1 0,8-3 152,-4 3 0,4-3 143,-8-1 1,-2 0 19,-5 0 0,-3 0 2476,-9 0-2220,-6-5-741,-20-1 0,-7-1-552,-11 3 0,-10 3 552,-9 1 0,-8-4-12,-5 0 1,-5 0 101,-2 4 0,0 0-60,4 0 1,5 0 34,3 0 1,0 0-90,3 0 0,5 4 225,11 0 1,5 1 218,7-1-838,3-3 0,5 6-2544,0-3 2269,5-3 1,1 4 511,6-5 1,5 0 375,3 0 1,6 2-155,1 2 1,6-3 231,-2 3 0,-1-3 103,2-1 1,-6 0 47,1 0 0,-3-4 865,-5 0 1,-2 0-366,-5 4-668,-5 0-276,3 0 0,-14 0-181,0 0 1,-6 0 151,-6 0 1,-6 0 297,-5 0 1,-5 0-110,5 0 0,-5 0 105,5 0 1,0 0 48,3 0 1,0 0-206,1 0 0,1 0 65,2 0 1,-1 0 23,6 0 0,-5 0-64,4 0 1,5-1-138,3-3 1,4 3-174,-4-3-148,5 3 0,3-3-663,8 0 0,9 0 832,7 4 1,10 0-191,9 0 1,4 5 184,4 3 1,2-2-121,6 2 0,-5-5 423,-3 1 1,-4 1-62,-4-1 1,-5 0 743,-11-4 66,-10 0 0,-13 0-425,-8 0 0,-13 0-343,-10 0 1,-13-5-46,-7-3 1,-5 1 137,-7-1 0,2 2-62,2-2 1,1-1-55,3 5 0,3 0 25,-3 4 1,4-4-35,4 0 0,8 0 21,7 4 1,10 2-195,6 2-138,6-3 0,6 5-1189,0-2 0,5-2 1146,3 2 0,2-3 288,2-1 1,10 4 122,6 0 0,6 0-83,5-4 1,3 4-129,5-1 0,-4 1 151,0-4 0,-5 0 145,1 0 0,-4 0 1218,-3 0 0,-5 0-938,-7 0 188,-3 0-383,-11 0 1,-7-4-596,-11 1 1,-10-3 334,-9 2 0,-9 2-85,-3-6 0,-1 5 245,1-1 0,-2-1-153,6 1 0,-3 0-105,7 4 1,2 0-1015,10 0 679,5 6 560,6 0 0,101 6 0,-31-6 1,1 0-1</inkml:trace>
  <inkml:trace contextRef="#ctx0" brushRef="#br0" timeOffset="2825">1094 177 29524,'-8'-5'-2364,"0"-3"0,2 1 18,-2-1 1746,-2 6 1589,8-9-2907,-3 10 2630,5-4-3069,5 5 2232,2 5 0,10-4 0,1 5 524,0-1 1,6-3 203,-1 6 1,2-4-96,7 4 0,-2-1-507,1 0 1,3 3 1222,-3-7 1,3 5-1163,2-4 1,-1 4 1320,0-4 0,-4 1-1390,1-1 1,-6-3 209,1 3 1,1-2-176,-5-2-41,3 0 27,-12 5 0,-3-4 1,-7 4-1300,-8-5 0,-4 0 1333,-7 0 1,-5-4-36,-7 1 1,-7-3 190,-5 2 1,-2 3-151,2-3 1,2-1 130,-2 1 1,3 0-86,0 4 0,5-4 78,0 0 0,0 0 1291,0 4 0,8 0-1497,7 0 0,7 0-43,1 0-141,5 0-52,-2 0 1,12 0 219,4 0 0,4 2 10,8 2 0,3-3 47,10 3 1,-1 1-95,0-1 1,4 4-1,1-4 1,-1 1 34,-4-1 1,4-2-30,0 6 0,1-4-27,-5 4 1,-6-5-169,-6 1 88,1 2-318,-11-5 411,-1 5 0,-10-6 165,-10 0 1,-1 0-99,-10 0 1,-5-2 56,-3-2 1,-2 3 99,1-3 1,0-1 57,-4 1 0,4-4-84,4 4 0,1-1 35,-1 1 0,1 3 49,-1-3 0,1 3-171,-1 1 1,4-4-96,1 0 1,4 0-207,0 4 198,2 0-11,6 0 107,2 0-209,5 0 1,1 4-700,3 0 0,4 1 775,8-1 0,-2-2 24,6 6 1,3-5 244,5 1 0,3 1-160,-4-1 0,2 4-38,-1-4 0,-4 0 123,4-4 0,1 0-45,-2 0 0,-1 0 786,-6 0 1,-3 0-350,-6 0-229,1 0-313,0 0 1,-11 0 26,-5 0 1,-10-4-2,-6 0 0,-6 0 12,-1 4 1,-6-4 47,2 0 1,-2 0 40,2 4 1,-2 0 59,6 0 0,-1-4-144,5 0 1,-3 0 301,2 4 1,-1 0-170,10 0 1,-5 0 113,4 0-346,1 0 73,8 0-224,2 0 174,5 0 0,5 0-62,3 0 0,4 0 59,3 0 1,5 4 61,7 0 1,2 1-70,3-1 0,1 2-55,-1 1 0,1 3 64,-2-6 0,2 3 5,-6-3 0,0 0 169,-3-4 1,-6 4-185,-2 0 478,-3 0-301,-7-4 1,0-1-668,-6-3 0,-7 1 347,-5-5 0,-5 4 240,-6-3 0,-1 3 26,1-4 0,-1 5-23,1-1 1,1-1 20,2 1 1,-5-1 19,6 1 1,-6 3-26,5-3 1,2 2 802,-2 2 0,1-4-475,-5 1 1,6-1-165,2 4 1,3 0 31,1 0-211,1 0 84,-1 0 0,5 1-333,3 3-1314,3-3 657,6 4 0,6-5 959,4 0 1,6 4-91,-1 0 0,3 1 15,5-1 1,-2-1-66,5 5 1,-1-4-38,2 4 0,-3-4 146,-6 3 0,5-3 630,-1 4 1,-1-5 160,-6 1 1,-3 1-1047,-6-1-111,1 0 708,-5-4 0,-3 0-152,-8 0 0,-4 0-90,-8 0 1,-2-4 4,-6 0 1,-3-4-37,0 4 0,-1-5-127,5 1 1,-5 2 202,1-2 1,-1 4-104,5-4 1,3 5 67,1-1 1,0 2-243,0-2 0,2 3 255,5-3-338,0 2 235,0 2 139,6 0-792,1 0 714,15 0 1,-6 4-457,8 0 1,-3 0 575,3-4 0,1 4-252,2 0 1,-2 1 139,3-1 1,1-3-107,-1 3 1,5-1 62,-2 1 1,0-3-68,0 3 0,-3-3 6,3-1 1,-4 0 201,1 0 0,-3 0-131,-2 0 262,1 0 162,0 0 134,-6 0-523,0 0-48,-6 0 0,-6 0-104,-1 0 0,-4 0 41,-1 0 1,-3 0-76,-1 0 1,-5-3 64,2-1 1,0 0-21,0 4 1,0 0 79,0 0 0,-2-2-4,5-2 1,-5 3 25,2-3 0,2 3 51,1 1 1,3-4-387,1 0-49,0 0-98,6 4 401,1 0-352,5 0 299,0 0 6,5 0 0,3 0 70,7 0 1,0 1 181,4 3 0,5-2 38,3 2 1,1 1-58,-5-1 1,2 1-232,3-1 0,-4-3 120,4 3 1,-3-1-136,-2 1 0,-1-3 96,-2 3 1,-3-3 11,-5-1 0,-4 0 234,-1 0 454,-4 0-501,2 0 1,-6 0-46,-3 0 0,1 0-390,-4 0 0,-1-4 78,-4 0 1,-4 0 87,1 4 0,-2 0-35,1 0 1,2 0-3,-6 0 1,4-3-55,-3-1 1,3 0 123,-4 4 0,5 0 32,-5 0 0,6 0 30,-2 0 0,-1 0 232,1 0 1,-1 0-279,2 0 0,2 0 19,-3 0 1,3 0-58,1 0 1,4 0 85,0 0-331,1 0 11,0 0 12,2 0-45,5 0 175,0 0-1355,0 5 1,5-4 1430,3 3 0,4-1-53,3 1 0,0-3 105,4 3 1,1-3 77,3-1 1,0 4-55,-4 0 1,3 0 59,-2-4 1,1 0-56,-1 0 1,-3 0 1425,-6 0 0,1 0-957,0 0 420,0 0-429,-6 0-359,-1 0 0,-5-1-1467,0-3 1,-5 2 1070,-3-1 1,-6 1 328,-2 2 1,-3-4-169,3 0 0,-5 0 23,1 4 0,2 0 96,-1 0 1,3 0-128,-4 0 0,6 0 104,-2 0 1,3 0 1410,1 0 0,1 0-961,-1 0-559,0 0 263,6 0-244,0 0 935,6 0 700,0 0-1374,6 0-81,-5 0 1,5 0-50,-2 0-643,-2 0-5,3 0 316,-5 0-226,0 0 531,5 0 310,-4 0-137,5 0 76,-6 0-1958,0 0 0,31 32 1,8 7-1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09:33.732"/>
    </inkml:context>
    <inkml:brush xml:id="br0">
      <inkml:brushProperty name="width" value="0.08" units="cm"/>
      <inkml:brushProperty name="height" value="0.08" units="cm"/>
      <inkml:brushProperty name="color" value="#FF0066"/>
    </inkml:brush>
  </inkml:definitions>
  <inkml:trace contextRef="#ctx0" brushRef="#br0">1740 377 31224,'6'-12'-9831,"-5"0"7100,4 6 1,-5-5 1355,0 3-9,0 3 1247,0-5 0,1 7 28,3-5 251,-2 6 0,3-5-1067,-5 3 1,0 2 914,0-6 69,0 5 1,-1-6 594,-3 5-88,2-5 0,-7 6 322,5-4 0,-1 3-271,1-4 1,2 1-652,-6-1 461,0-2 1,-4 5 1630,0-3-1263,1-3 1,-1 6-37,0-3 1,0 3 148,1 5 1,-1-4-619,0 0 0,0-1 261,1 1 0,3 3 270,0-3 1,0-1 24,-4 1 0,0-1-473,1 1 0,-1 1 131,0-5 1,0 4-418,1-4 0,-1 2-393,0-2 1,0-1 120,1 5 0,-2-5-334,-3 1 0,5 3 177,-4 1 1,7-1 332,-8 1 1,6 0-344,-6 4 549,3-5 0,-3 3 0,-1-2 298,-1 3 0,0 1-187,-2 0 1,2-4 23,2 0 0,2 0 141,-6 4 0,1 0-290,-5 0 0,5 0 37,-1 0-115,6 0 1,-9-1-1,4-2-126,-3-1 1,-2 0 86,1 4 0,3 0 11,0 0 0,-2 0-77,-1 0 0,-4 0-58,8 0 0,-3 0 57,-2 0 0,2 0-16,2 0 1,-1 0-93,6 0 0,-5 4-189,4 0 1,-3 2-326,3-3 1,0 0 214,5 5 0,-1-4-93,0 4 1,-3-4 134,-1 3 0,0-3-41,4 4 0,-3-1 43,-1 1 1,-4 1 99,5-5 0,-2 3 245,1-3-48,3 6 1,-5-5-1,3 4-46,0-1 0,-1-4 129,4 4 1,-3-1-268,-1 5 0,0-4-69,4 0 1,5 0-397,-1 3 0,1-3-513,-1 0 286,-2 0 468,3 4 1,-3-1-3,2 1 1,-1-4 298,5 0 0,-4-4-20,4 4 1,-5-4 175,1 3 0,2 0 294,-2 1-220,0 2 0,-4-3 52,1 5 1,3-5-20,0 1-20,0 0 0,-2 4-108,2 0 0,-1-5-88,5 1 1,-2-1-448,3 1 81,1 2 1,-4-5 853,2 3-977,3 3 1,-5-9 1263,6 6-1662,0-5 752,-5 7 1,4-7-184,-3 5 40,3-6 287,1 9 1,0-9-508,0 6 1,0-4 631,0 4-1616,-6-6 3301,5 9-1689,-4-5 0,5 2-124,0 0 0,0-4-245,0 4 543,0-6-172,0 9-7,-5-5 823,3 6-2725,-3 0 1759,5 0 1,0-4 140,0-1 0,0-3-1,0 4 1,0-4 7,0 4 0,0-4 37,0 4-35,0-6 0,0 5 0,1-5 84,3 2 395,-2 6 1,3-8 6,-5 6 1,1-5 564,3 0-517,-3 4 1,5-4 1644,-6 4-2127,5-4 370,-4 8 0,8-9-5,-5 6 0,0-4-491,-4 4 1,4-4 88,0 4 1,0-5-281,-4 5 0,1-5 191,3 1-584,-3 2 1,6 0 2436,-3 1-1997,-3 4 1,4-9 480,-5 6-1005,0-5 114,0 7 0,0-7 14,0 5 174,0-6 0,0 5-475,0-3-825,0-3 1501,0 4 0,0-3-1950,0 2 2225,0-3-14,0 4-1,0-5 2345,0 0 82,0 5-2602,0-3 176,0 3-90,0-5 2705,0 5-2662,0-4 13,0 10-2537,0-10 26,0 10 2591,0-10 1,0 6 74,0-4-96,0-1-2584,0 3 2504,0 0 52,0-3-6,0 3-61,0 0 1,0-2-80,0 4 105,0-4 1,2 4 373,2-4 427,-3-1 0,4 4 516,-5-2-1314,0-2 0,1 7 398,3-5 1,-2 1 140,2-1 0,-3-2 415,-1 6-908,0-5-409,5 7-22,-4-3 0,9 5 228,-7-1 0,3-3 696,-2 0 0,-2-1-359,6 0 0,-4 3 179,4-7 0,-4 5 118,4-4 0,-2 5 242,2-1 0,2-1 209,-2 1 1,7-5-87,0 5 1,2-1-172,-1 1 0,-3 1-281,3-5 0,1 5 90,-2-1 0,6-2-138,-1 2 0,1-4 79,-2 4 1,4-4 72,-4 4 0,6-2-160,-1 2 1,2 2-377,-7-2 0,3-2 245,2-3 1,-1 4-75,1 1 0,1-3 169,2-1 1,-2 1-165,3-1 1,0 4-217,0-4 1,0 1 158,0-1 0,-2-3 9,5 3 0,-1 1 72,2-1 1,0 2-194,-4-2 0,-1-3 86,-3 3 1,3 1-474,1-1 1,-5 1 74,-3-1 1,-1-3 270,5 3 0,-1-2 34,1-2 1,0 1 41,-1 3 0,6-3-33,2 3 0,2-3-41,-2-1 0,-1 0-17,-2 0 1,-4 0 31,4 0 1,-5 0 44,-3 0 0,1-4-244,-5 1 0,-1-5-158,-3 4 0,0-5-190,0 1 0,-1 1 39,1-1 0,0 2 64,0-2 0,-1-2-109,1 2 1,0 1 107,0-1 0,1 2-2,2-2 0,4-2 240,4 2 1,1 1 270,-1-1 0,1 4 359,-1-3 1,1 3-74,-1-4 1,-3 4-17,0-4 1,-7 4-27,-2-4 0,1 4-138,-4-3 1,-3 3-171,-1-4 0,-3 0-716,-1-4 1,4 0 266,0 1 1,0-1-494,-4 0 0,0 0 117,0 1 1,0-5-48,0 0 0,0 1 172,0 3 1,1 0-138,3 0 0,-2-1 387,2-2 1,-3 4 460,-1-5 1,0 10-178,0-6 283,0-2 0,0 1 136,0-3 1,-4-1 69,0 1 0,-5 1 497,1 3 1,-2-4-57,-2 1 0,0-6 3,0 1 1,1-1-109,-1 2 0,4-2-179,0 5 0,2-1 88,-2 1 0,1 3 544,3-2-956,3 1 0,-6 3-64,4-1-357,1 0 0,-4 2 403,2 2 0,3-3-230,-3 4 0,-2-4 225,2-1 0,-5 1 209,1-1 0,-2-5-106,-2-3 1,-3-2 334,-1-1 1,-6-2-696,-2-3 0,-1-2 405,-6-5 0,-6 1 111,-6 3 1,-5 3 1128,-7 9-1220,-10 2 0,-11 6 0,-20 0 0,-3 0 1,18 1-1,0 1 0,0 0 0,0-1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0:05.019"/>
    </inkml:context>
    <inkml:brush xml:id="br0">
      <inkml:brushProperty name="width" value="0.08" units="cm"/>
      <inkml:brushProperty name="height" value="0.08" units="cm"/>
      <inkml:brushProperty name="color" value="#FF0066"/>
    </inkml:brush>
  </inkml:definitions>
  <inkml:trace contextRef="#ctx0" brushRef="#br0">269 1400 13985,'-5'-7'-2800,"-2"-3"2054,1 9 2980,1-5-1914,5 1 0,5 3 533,3-6 0,6 5-438,2-1 1,5-2-67,-2-2 0,2 1 28,-1 0 0,3-1-26,1-4 1,1 0-113,6 0 0,0-5-255,5-2 1,4-9-133,3-3 1,8-7-204,4-1 0,3-9-446,0 1 1,-5-4 300,-6 0 0,-7 1-4,-8-5 0,-6-4-69,-11-3 1,-4-1 54,-11 4 1,0 2 215,0 2 1,-7 0 84,-4 8 0,-6-2 342,-7 10 0,-3-4-138,-1 4 0,-7 1 146,4 7 1,-6 3 107,6 9 1,-3-2 100,-2 5 0,2 2-40,3 6 0,2 3 46,6 5 0,3 0-41,1 0 1,-1 5-18,-4 3 1,1 6-111,-1 2 1,-3 9 12,0-2 1,-10 12-62,2 1 1,-5 7-23,1 0 0,-1 4-111,-3 4 0,-4 2-54,7 6 1,0 5-179,12 3 1,2 6-67,7 2 1,7 2 197,8-7 0,4-2-6,4-9 0,4-4-9,7 0 1,4-7 207,4-1 0,1-5-272,-1-7 0,6-5 216,2-2 0,9-4-538,3 0 1,1-6 148,-1-2 1,3-7 81,-3-1 1,5-2 381,0 2 0,48-18 0,-45 0 0,-1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0:05.872"/>
    </inkml:context>
    <inkml:brush xml:id="br0">
      <inkml:brushProperty name="width" value="0.06" units="cm"/>
      <inkml:brushProperty name="height" value="0.06" units="cm"/>
      <inkml:brushProperty name="color" value="#FF0066"/>
    </inkml:brush>
  </inkml:definitions>
  <inkml:trace contextRef="#ctx0" brushRef="#br0">2282 129 8471,'0'-24'88,"0"1"1,0 1 884,0 2-707,0 3 3418,0 5-2844,0 6 1,0 2-775,0 8 1,-5 8-1,-3 9 754,-2 5-522,-2 4 0,0 6 1,0 4 92,1 3-316,-6 8 1,2 2 0,-3 7-103,1 3 1,0 2-625,1 6 1,3-1-708,-2 1 1,2-10-621,1-2 0,4-9 1978,0-3 0,6-16 0,-4-9 0</inkml:trace>
  <inkml:trace contextRef="#ctx0" brushRef="#br0" timeOffset="392">95 1070 8366,'-16'0'-160,"1"0"1,0 0 344,2 0 1,2 4 1317,-1 0-636,5 0-319,2-4 411,5 0 46,0 0-579,5 0 0,3 0-106,8 0 1,3 3-1,9 1 1,7 4-139,8-4 0,19 5-139,8-1 1,11 6-30,9 2 1,-37-7 0,3-1-289,7 0 1,3 0 0,12-1 0,3 0 184,8 3 1,3 0-1,-26-5 1,2 0-1,0-1-233,1 1 0,0 1 0,1-1 0,5 0 1,0-1-1,1 1 227,0 0 1,-1 1 0,1-1-1,3-1 1,0 0 0,-1 1 8,-3 0 0,-1 0 0,0 1 0,0-1 0,-1 1 1,0 0 1,-5-1 1,0 0 0,-1 0-1,29 5 1,-2 1-270,-1-1 1,-2 0 0,-4 0 0,-1 1 153,-8-2 1,-4 1-1,-9 1 1,-4 1-1258,29 7 0,-17 3 671,-14 2 1,-19 3 784,-16 1 0,-6-1 0,-18-3 0,-5-1 0</inkml:trace>
  <inkml:trace contextRef="#ctx0" brushRef="#br0" timeOffset="717">730 1752 8334,'-4'-17'0,"-1"-1"594,-2-1 507,5 2-792,-9 11 1,6 3 441,-3 11 0,-2 8-81,2 15 1,-2 2 551,-2 10 1,-1 4-1096,-3 4 1,3 6 46,-3 2 1,3 4-1286,1 3 0,5 2 647,-1-5 1,1 0-2297,-1-4 909,3-1 1851,5-9 0,21-19 0,5-15 0</inkml:trace>
  <inkml:trace contextRef="#ctx0" brushRef="#br0" timeOffset="917">989 2175 8268,'1'-10'0,"3"2"2724,-3-3-1939,10 5 1,-3-1-1,9 3 48,6 3 1,7 1-296,9 0-404,8 5 1,8 6 0,9 6-286,7 1 0,3 2 174,5 3 1,-1-1-1540,-7-2 0,-5 1 1516,-11-5 0,-8-1 0,-6-3 0</inkml:trace>
  <inkml:trace contextRef="#ctx0" brushRef="#br0" timeOffset="1125">1506 1858 8189,'-8'-11'2042,"0"3"-1123,6-2 1045,-3 3-1414,5 1 0,-4 10 0,0 10 537,1 7 0,-3 6-724,-2 13 0,-3 3-472,0 8 1,-2 4-425,-3 7 0,-1 9-897,-3 7 1,-2 3-3589,2 2 5018,3-1 0,17-29 0,4 2 0,4 3 0,-1-1 0</inkml:trace>
  <inkml:trace contextRef="#ctx0" brushRef="#br0" timeOffset="1576">2188 2481 8418,'12'-7'1678,"0"-2"-1317,-1 5 0,3 0-152,1 4 1,5 2 418,7 2-377,9 2 0,7 2 1,8 0 146,3 1 0,9-4-146,4-1 0,2-3-234,2-1 16,4-5 1,-9-1 0,-5-7-8,-11-3 1,-15-2-51,-11-6 0,-7-1-230,-10-2 1,-4-1-51,-11-7 1,-2 4 128,-14-5 1,1 2 283,-13 7 1,2 5-79,-9 6 0,-4 7 784,-4 1 1,-4 6-162,5-2 1,-1 4 75,4 4 1,0 3-175,-1 9 1,-2 2 51,-1 6 1,1 6 135,7 5-482,2 0 1,11 13 0,4-3-331,5 5 1,9 6 127,9-1 1,9 2-675,10 2 1,10-3 133,17-5 1,11-2-135,12-14 1,14-2-423,6-10 0,11 1 447,-47-12 1,2-1 0,2-3 0,0-3 587,1 0 0,0-2 0,1-1 0,-1-1 0,-1-1 0,-1 0 0,0 0 0,0 0 0,-1 0 0,-1 0 0</inkml:trace>
  <inkml:trace contextRef="#ctx0" brushRef="#br0" timeOffset="2009">3223 2163 8288,'0'-11'1565,"0"-1"1,0 4-1,1 1-206,3 2-987,-2-4 1,8 8-74,-2-3 0,4-1-170,3 1 1,9 0 0,8 4-47,6 0 0,4 1-383,5 3 0,0-1-613,0 4 0,0 1 913,0 4 0,16 5 0,4 1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0:10.272"/>
    </inkml:context>
    <inkml:brush xml:id="br0">
      <inkml:brushProperty name="width" value="0.06" units="cm"/>
      <inkml:brushProperty name="height" value="0.06" units="cm"/>
      <inkml:brushProperty name="color" value="#FF0066"/>
    </inkml:brush>
  </inkml:definitions>
  <inkml:trace contextRef="#ctx0" brushRef="#br0">565 635 8079,'1'-6'-191,"3"2"881,-2 2 103,8 2 127,-9-5-115,10 4-105,-10-4-211,10-1 185,-10 5-371,9-4 0,-8 0 175,2-3-326,-3 3 1,-5-6-138,0 3 1,-5 2 10,1-2 1,-6 4 86,-2-4 0,-1 5-81,1 0 0,3 0 36,-2-1 0,2 3-76,1-3 1,0 2-79,0 2 0,2 2-165,2 2 1,-1-2 145,5 6 0,-4 0-112,4 4 1,0 1-147,4 3 1,0-2 130,0 5 1,5 1-8,3 4 1,3-5 101,0 1 1,3-1 37,1 5 1,2-1-97,3 1 0,1-4-4,-6-1 1,5-1 153,-4 2 1,-1 1 186,-3-5 1,-1 1 151,-4-2 0,3-2-121,-7 3 1,1-3 410,-4-1 0,-5-4-234,-3 0 0,-3-5 734,-5 5 0,-2-5-317,-6 1 1,1-3-148,-1-1 0,-1 0-43,-2 0 1,1 0 133,-6 0 1,6-5-222,-1-3 1,3-2-130,5-2 0,-2 0-693,5 0 1,0 1 287,5-1 1,0 0-3827,3 0 2206,-2 1 1664,9-1 0,16 5 0,11 2 0</inkml:trace>
  <inkml:trace contextRef="#ctx0" brushRef="#br0" timeOffset="425">12 82 8141,'0'-11'-85,"0"-1"1,0 4-1,0 0-266,0-1 1410,0 4 566,-5-6 0,4 9 856,-3-6-1524,3 5-458,1-2-392,0 5 1,6 1-63,6 3 0,11 3 0,14 6-1092,9 3 754,11 2 0,22 12 137,-36-13 0,8 1 1,24 7-1,14 3 1,3 2-1,-15-6 1,-1 1-1,1 0 0,0 0 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4:14:00.081"/>
    </inkml:context>
    <inkml:brush xml:id="br0">
      <inkml:brushProperty name="width" value="0.06" units="cm"/>
      <inkml:brushProperty name="height" value="0.06" units="cm"/>
      <inkml:brushProperty name="color" value="#FF0066"/>
    </inkml:brush>
  </inkml:definitions>
  <inkml:trace contextRef="#ctx0" brushRef="#br0">32 1 8152,'-9'8'0,"2"1"-317,2 2 1,0-1-396,3 3 0,1-2 652,-2 2 1,3-2-38,3 3 0,1-4 144,4 1 0,0-2-94,1-1 47,-1 0 0,11-11 0,2-2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0:24.789"/>
    </inkml:context>
    <inkml:brush xml:id="br0">
      <inkml:brushProperty name="width" value="0.06" units="cm"/>
      <inkml:brushProperty name="height" value="0.06" units="cm"/>
      <inkml:brushProperty name="color" value="#FF0066"/>
    </inkml:brush>
  </inkml:definitions>
  <inkml:trace contextRef="#ctx0" brushRef="#br0">2294 1560 8271,'-4'-51'0,"1"1"0,-4-2 0,-2 0 1939,-3 1 0,-2-1-1054,1 0 0,-2 1 0,-17-39 314,4 7 0,-1 15 1,3 10-416,-1 5 1,-6 2-365,2 4 1,-4 3-1230,-5 9 1,-3-1 589,-8 1 1,-13 5-886,-10 3 773,-11 2 1,-8 8-1,-6 5 473,49 9 0,-1 1-105,-5 1 1,0 1-1,2 0 1,-1 2 0,-1 1-1,-1 2 32,2 2 1,1 2 0,3 3 0,0 3-113,0 1 1,0 3 0,0 5 0,-1 2 572,0 2 0,2 3 1,4 2-1,2 2 60,-26 35 1,9 4-279,11 8 1,24-38 0,2 1-217,2 3 1,1 2 0,-1 3 0,3 1 35,6-2 0,3 2 0,-3 5 0,2 1-64,4 0 0,2 1 0,0 5 1,1 1-291,3 0 1,2 0 0,2-2 0,2 0 48,2-5 1,2-2-1,2-2 1,3 0 49,4 0 1,3-2 0,1-3 0,3-3-158,1-2 1,3-2-1,1 0 1,2-1 22,35 31 0,-28-39 0,3-2 94,2-3 1,2-1 0,4-1-1,2-1 245,2-4 1,2-3 0,1-2 0,1-3-74,-2-6 1,2-3-1,4-1 1,2-3 422,3-1 0,0-2 0,3-6 1,1-3 11,-1-4 1,1-4 0,0-3 0,-1-3 43,-5-4 1,-1-3-1,1-5 1,-2-3-263,-1-2 0,-2-4 1,0-2-1,0-3-81,0 1 1,-2-3-1,-5-7 1,-3-3-229,-7-1 0,-4-3 1,-2-9-1,-3-4 83,-3-4 0,-3-3 0,-2-8 0,-3-2-274,-9 30 0,-2-1 0,-3 0 0,0-2 0,-3 0 0,-2 0 197,-5-28 0,-6 2 0,-3 1 0,-6 3 72,-7 7 1,-5 3 0,0 4 0,-4 4-153,-4 10 1,-3 4 0,-1 3 0,-5 4-25,-2 9 1,-4 3 0,-5 2-1,-4 2-486,-5 1 1,-3 3-1,-6 3 1,-1 5-751,-3 6 1,-1 4 0,0 3 0,0 5 361,-1 9 1,-1 6 0,-2 7 0,0 6 1054,-3 9 0,0 5 0,-2-2 0,1 1 0,-1 5 0,-1 1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0:25.390"/>
    </inkml:context>
    <inkml:brush xml:id="br0">
      <inkml:brushProperty name="width" value="0.06" units="cm"/>
      <inkml:brushProperty name="height" value="0.06" units="cm"/>
      <inkml:brushProperty name="color" value="#FF0066"/>
    </inkml:brush>
  </inkml:definitions>
  <inkml:trace contextRef="#ctx0" brushRef="#br0">2199 534 9034,'0'-71'0,"-3"3"754,-5 5 1,-5 12 769,-10 16 0,-7 6-684,-6 10 1,-9 2-701,-10 5 1,-8 0-259,-4 0 0,-2 6-377,-1 2 1,-4 3-17,-4 1 1,-8 1 49,-8 3 582,-3 8 1,9 7 129,-2 9 1,40-13 0,0 2 0,-1 4-1,0 3-83,-3 2 1,1 3 0,-2 1-1,2 4-317,6 2 1,0 2 0,-2 3 0,0 1 215,0 2 1,0 2 0,-1 4 0,1 3 18,3 1 0,2 2 0,2 2 0,3 3-67,7-1 0,5 1 0,3 0 0,4 0-7,6-3 1,4 1-1,5-1 1,5-1-296,3-1 0,6-2 0,5-3 0,6-3 226,5-4 1,5-2 0,6 1-1,5-2 54,6 1 0,4-2 0,7-1 1,4-2-673,7 0 0,3-3 778,2-3 1,1-2 0,1-3 0,1-1-1,3-3 1,0-2 211,2-2 1,0-1 0,3-2 0,0-3-232,-2-3 0,-2-2 0,-4-1 0,-3-3 140,-9-4 1,-1-2 0,-2-2-1,0-3-119,-1-2 1,0-3-1,-2-5 1,-2-4-145,-7-1 1,-2-5-1,-1-4 1,-4-5 15,-6-2 0,-3-4 1,-1-6-1,-2-3 65,-1-7 1,-2-3-1,-1-8 1,-4-4-251,-3-5 1,-5-3 0,-3-6 0,-5-1 167,-8-3 1,-6-1 0,-6 0 0,-7 1 54,-8-3 0,-7 2 0,-5 5 0,-6 3 171,-6 6 1,-6 5-1,-3 8 1,-6 6 237,-1 10 0,-5 6 0,-7 2 0,-4 6-331,-9 4 0,-3 6-1,27 10 1,-1 3 0,-2 1-98,-3 2 0,-1 2 1,-1 3-1,-2 1 1,-2 3-1,1 2-946,0 3 0,1 3 1,-1 1-1,-4 3 0,-1 1 1,0 2 950,-1 4 0,0 2 0,0 1 0,0-1 0,1 2 0,0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0:33.123"/>
    </inkml:context>
    <inkml:brush xml:id="br0">
      <inkml:brushProperty name="width" value="0.08" units="cm"/>
      <inkml:brushProperty name="height" value="0.08" units="cm"/>
      <inkml:brushProperty name="color" value="#FF0066"/>
    </inkml:brush>
  </inkml:definitions>
  <inkml:trace contextRef="#ctx0" brushRef="#br0">518 1941 25102,'-4'-8'-3130,"0"0"0,0 4 2751,4-4 1,-1 6-333,-3-2 1340,3 2-756,-4-3-133,5 4 723,5-4 1,5 5-455,6 0 1,5 4 1408,-1-1-537,2 7 1,5-8-297,1 6 0,6-4 1,1 3 874,7-2-915,3 4 1,8-8 0,2 4 170,2 1 1,7-5-473,3 3 0,3 1-524,5-1 0,1 4 424,2-4 1,2 5-130,-6-1 1,5-2-39,-5 2 1,6 0-277,-2 4 1,6-4-2,-2-1 1,0-4 201,-3 1 1,-1 1-45,8-1 76,-2 0 1,-12-5 0,-4-2 24,-3-1 1,-5-6 126,3-2 0,-2-1-13,-6-7 0,-5 1-196,-15-5 0,-5-1-201,-2-2 1,-4-3-142,0-5 0,-7-2-123,-5-2 0,-2 1-92,-6-5 1,0 1-38,-4-1 1,-1-2-272,-3 6 1,-7 0 176,-4 4 0,-6-1 284,1 1 0,-3 5 356,-5 3 1,1 2 228,-8 1 0,-9 2 238,-10 3 1,-9-2 189,-4 5 1,-3-1 17,-5 1 0,-7-1 173,-8-2 1,-4-3-70,-4 2 1,1 2-554,46 8 1,0 0 0,-1 1 0,-1 0 118,1-1 1,-1 0 0,-2 3 0,1 2 170,3 3 1,0 0-1,-48 4-157,1 6 1,48-4-1,-1 2 93,0 5 1,0 2 0,-44 7-20,1 8 0,3 1-23,-4-2 0,47-11 0,0 1-44,-46 14 0,5 3-187,14 1 0,7 1 74,14-1 1,-3 4-141,6 0 0,6 2-168,5-2 1,5-2-109,4 2 1,3-4 17,9-4 1,7 2-248,8-5 1,3 3 432,1-4 0,0 9-485,0-5 0,4 4 133,0-7 0,9 3-98,-2-4 1,9 1 216,0-5 0,2 0 262,1-4 1,6 0 249,3-4 1,2-2 290,1 3 0,-4-3 50,0-1 0,1-2 161,3-2 1,-1 1 213,-3-5 1,2 0 308,-5-4 1,3 0-235,-4 0 1,5 0 2,-5 0 0,-3-4-403,-5 0 1,-4-1-174,0 1-210,-2 3 79,-6-4-561,-2 5-33,-5 0 77,-5 0 0,2-4-627,-5 0 1,2-2-385,-2 3 0,-2 1-723,2-2 0,1-1 586,-1 1 0,5 0-2194,-5 4 3316,5 0 1,8 16 0,8 4 0</inkml:trace>
  <inkml:trace contextRef="#ctx0" brushRef="#br0" timeOffset="2056">7174 859 10163,'-1'-13'0,"-3"-2"-845,-4 0 0,1-2 713,0 1 0,-1 3 769,-4-3 1,-4 3 1488,1 1-1601,-6 1 1,5-1-1,-6 0 1005,-3 0-1128,-6 1 0,-1-1 0,-8 0 1775,-7 0-1493,-11 1 1,-3-1-1,-5 0 439,2 0 1,2 2-334,3 2 1,0-1-361,0 5 0,3-4-135,-3 4 0,3 0 39,-7 4 1,5 0 41,3 0-308,3 0 0,2 6 0,-5 1 54,-8 4 1,-7 1 117,-1-1 1,3 2-67,9 3 1,1-2-6,-1 6 0,-4-2 169,0 2 1,-2 2-195,6-2 0,3 6-108,9 1 0,1 5-162,3-5 1,7 4-166,4-3 1,6 3-240,-1-3 0,-2 3 173,2-3 1,-5 0 60,5 0 1,-1-3-47,5 2 1,1 2-93,2-2 0,3 4-49,5-3 1,2 5 5,2-2 0,3-1-279,5 1 1,0-5 222,0 2 1,9-3-38,3-2 1,6 1 113,-2-1 1,8 1 165,0-1 0,3 1 46,1-1 0,4 5 172,4-1 1,3-1 172,-4-6 1,0 2 242,5-2 0,-4 2-12,0 2 0,-1-2 164,0-3 1,6 4-156,2-4 0,2-2 53,3-1 1,-1-3 97,0-1 0,-4-1-225,0 1 1,-1-1-80,1-4 1,-3 3-96,-4-6 1,0 3 70,3-3 0,3 5-186,5-1 0,1-1 57,3 1 1,-1-6 46,5 2 1,-1 1-148,0-1 1,4 0 50,-3-4 1,8 0-34,3 0 0,2-1 27,-1-3 0,-2-1 209,-2-3 0,3-3-92,9 4 0,1-4-92,2-1 1,-3 1 64,-9-1 1,3 0 46,-2 0 1,2-1 50,2-2 0,-5 0 12,1-4 0,-5 3-186,0-4 0,-2 1-52,-1-5 0,4 1-160,0-1 0,-2 1 123,-6-1 0,-5-3-209,-11-1 0,-5 1 69,-11 3 0,-1 2-191,-2 3 0,-3-8-10,-5 4 1,-2 1 50,-2 2 1,1 1-89,-5-5 0,0 2 47,-4 2 1,-1-3 144,-3-1 1,-4-1 159,-8-6 1,-2 0 444,-6-5 1,-4 1-78,-4 0 1,-8-2-63,-7-2 0,-7-2 49,-8-2 0,-4 3-252,-4 5 0,-1 1 429,1 2 1,-5 1-35,1 7 0,-6 7 23,2 10 1,3 4-29,4-1 1,4 8 15,8 4 0,-1 6-105,9 2 1,0 0-51,4-5 0,5 1-34,3 0 0,11 0-93,5-1 1,7 1-208,0 0 0,5 0-194,3-1 0,-1 1-445,5 0 82,0 0 1,4-1-337,0 1 1,0-4-797,0 0-426,0 0 170,0 3 942,5 1 1,0 0-161,3 0 1285,3-1 0,37 17 1,16 3-1</inkml:trace>
  <inkml:trace contextRef="#ctx0" brushRef="#br0" timeOffset="2890">13007 1411 19119,'22'-36'0,"-3"-2"-1644,-3-1 1183,-3 5 1,-2 1 0,-4 6-654,-3 1 788,3-4 0,-6 10 0,3 0 202,-3 6 0,1 2-606,2 0-82,-3 1-449,9 4 1554,-3-3 0,5 3 1229,-1-5-1281,-4 6 1,0-3 0,-5 4 786,2-2-387,0-1 0,-4 0-271,0 0 1,0 1-444,0-5 0,0 0 421,0 0 1,0 3-756,0-3 0,-4 3-271,0-6 1,-5 2 576,1 1 1,-2 0 430,-2 0 0,-1-3-279,-3-1 0,-2-4 697,-6 5 0,-2-2-74,-5 1 1,-2 2 275,-10-6 1,-5 4-69,-7-3 0,-4 3 50,-4-4 0,-2 5-205,-6-5 1,-12 4-281,-3-3 1,-8 5 223,3-2 1,-1 7-148,-2 1 1,43 6-1,0 1-231,0-1 0,0 0 1,0 1-1,0 1 236,-43 0 0,-2 1-265,-2 3 0,48-1 0,-2 1-183,1 1 1,1 2-1,-1-1 1,1 1-82,-36 8 0,-2 0 0,2 4 0,-6 0 0,-2 0 0,8 3 0,12-2 0,2 2 0,1 2 0,10 3 0,10 1 0,8 4-552,19 0 1,-2 7-500,7 4 0,-2 3-51,1 1 0,7 0-57,5 0 1,6 5-139,-2 3 0,9 8-88,7 3 0,6 0 214,9 0 0,10 0 502,10 0 0,10 1 417,10-8 0,9 2 397,6-6 0,-38-27 0,1 0-92,3 0 1,2-1 0,4-1 0,2-1 386,2-3 1,1-1 0,4-1 0,1-1 157,0-2 0,1-2 0,3 0 0,0-2-203,4 0 1,1-2 0,0-2 0,1-1 318,0-2 0,1 0 1,-3-2-1,-1-2-144,-4-1 0,0-2 0,0 1 0,0-1 59,-2 0 0,0-2 0,-2-2 0,-1-2-193,-1-2 1,-1-1 0,-5-1 0,-4-2 306,36-14 0,0-10-743,-1-10 0,-42 21 0,-1-2 0,31-34 0,-5-9 0,-22-7 0,0-6-624,-11-6 1,-20 38 0,-2-2-509,-5-6 0,-3-1 1,0-5-1,-4 0 221,-4-3 1,-4 0 0,-4-4-1,-4-1-555,-6-1 0,-4 1 1,-3-2-1,-4 2 442,-5 4 0,-3 2 1,-4 2-1,-5 3 338,-7 6 1,-4 4 0,-1 5 0,-4 5 685,-6 6 0,-1 3 0,0 1 0,1 1 0,-1 5 0,1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4:15:03.232"/>
    </inkml:context>
    <inkml:brush xml:id="br0">
      <inkml:brushProperty name="width" value="0.06" units="cm"/>
      <inkml:brushProperty name="height" value="0.06" units="cm"/>
      <inkml:brushProperty name="color" value="#FF0066"/>
    </inkml:brush>
  </inkml:definitions>
  <inkml:trace contextRef="#ctx0" brushRef="#br0">487 430 7768,'-58'-40'292,"0"-1"0,2 0 1221,2 2 0,6 8-1163,5 4 0,10 4-14,-2 4 0,9-3-22,3 2 0,1-2 329,7-1 0,4 5 2449,7 3-2287,3 2 1,2 5-130,3 0 0,4 6-42,7-2 1,5 3 169,7 1 1,4 3-68,7 1 0,2 5 359,3-1 1,6 2-394,-3 2 1,10 0-704,2-1 0,5 1 0,7-1 0,6 1-350,5 0 1,18-6 349,-42-4 0,2 0 0,5-1 0,1-1-327,8 1 0,1-2 0,5-1 0,1-1 327,6 0 0,2-2 0,2 0 0,0-1-327,5-2 0,0 0 0,-6 2 0,-1 1 327,-1-1 0,0 0 0,-4 0 0,0 2 0,-2 1 0,0 2 0,-1-1 0,0 0-224,2 2 1,-1 0 0,-6 0 0,1 0 223,1 0 0,0 0 0,-1 0 0,-1 0 0,2 0 0,1 0 0,0 0 0,1 0 0,3 0 0,-1 0 0,-5-2 0,0 0 0,-2 1 0,-1-2 0,-2-1 0,-2-1-54,-1 1 1,0 1 0,0-1-1,1 1 54,-3-1 0,-1 0 0,-4 2 0,-1 0 129,-3-1 0,-2-1 0,-1 2 0,-2 1-129,-1-1 0,-1 0 0,48 1 0,-5 1 0,-11 0 0,-5 0 0,-11 0 597,-8 0 1,-6 0-598,-10 0 0,-8 4 557,-11 0 1,-9 0-558,-6-4 974,-5 0-974,2 0 311,-5 0 0,-5 0-311,-3 0 0,-6-2-2134,-2-2 0,-3 3 2134,3-3 0,1 3 0,3 1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4:15:39.557"/>
    </inkml:context>
    <inkml:brush xml:id="br0">
      <inkml:brushProperty name="width" value="0.06" units="cm"/>
      <inkml:brushProperty name="height" value="0.06" units="cm"/>
      <inkml:brushProperty name="color" value="#FF0066"/>
    </inkml:brush>
  </inkml:definitions>
  <inkml:trace contextRef="#ctx0" brushRef="#br0">81 1 7831,'-16'0'1295,"3"1"-1149,-3 3 1,3 2-509,2 6 0,4-1-187,3 1 549,3-6 0,22-26 0,5-12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4:15:45.618"/>
    </inkml:context>
    <inkml:brush xml:id="br0">
      <inkml:brushProperty name="width" value="0.06" units="cm"/>
      <inkml:brushProperty name="height" value="0.06" units="cm"/>
      <inkml:brushProperty name="color" value="#FF0066"/>
    </inkml:brush>
  </inkml:definitions>
  <inkml:trace contextRef="#ctx0" brushRef="#br0">1330 2565 7923,'-8'-10'508,"1"2"163,-1-2 0,-4 5-83,1-3 0,3-1 826,0 5-639,6-5-547,-9 8 0,9-4 105,-6 5 0,5 1-70,0 3 0,0 4-197,-1 7 1,2-1 55,-6 6 0,4-1-51,-4 4 1,6 0-25,-2 1 1,-1 0-163,1 3 0,0-4-134,4 1 0,1-1 153,3-4 1,3-1-110,4 2 0,2-6 43,2 1 0,0-7 98,4-4 0,0-3 0,5-1 1,-5-6 4,0-6 1,-5-5-63,2-6 1,-7 0-55,-1 0 1,-6-1-887,2 1 1,-8 1 1060,-3 3 0,-40-3 0,-10 4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1:08.138"/>
    </inkml:context>
    <inkml:brush xml:id="br0">
      <inkml:brushProperty name="width" value="0.08" units="cm"/>
      <inkml:brushProperty name="height" value="0.08" units="cm"/>
      <inkml:brushProperty name="color" value="#FF0066"/>
    </inkml:brush>
  </inkml:definitions>
  <inkml:trace contextRef="#ctx0" brushRef="#br0">186 212 14240,'8'-13'0,"-1"-1"-66,3-2 0,-1-4 676,-1 5-111,-3-1 1,-1 4 332,0 1-538,0 4 37,-4 2-1739,0 5 2068,0 0 274,0 5-1257,0 2 0,0 4-312,0 1 524,0 0 0,1-2 330,3-2 1,-2 1 10,6-5 1,-1 1 794,1-1 1,3-2-890,1 2 0,1-3 316,7-1 0,5 0 526,6 0 1,6 0 125,6 0 1,5 0-310,11 0 1,8 0-189,-1 0 1,5 0-313,-9 0 1,1 0-8,-4 0 1,-3 0-242,-5 0 1,-10-1 90,-14-3-325,-7 2 824,-9-3-632,-5 5 1,-12-4 0,-1 0 118,-4 2 1,-6-1-247,-3-1 1,-3-1-369,-4-3 0,-5-2 153,-7 2 0,-7-4-159,-5-4 0,-1 3 295,1-2 0,-4 2-12,-8 1 0,-4 1 432,-4 4 0,-2 0-326,6 3 1,4 3 285,5-3-71,-1 3 1,17 6 0,4 1-155,12 1 0,9 3-746,9-2 24,3 3 0,6-1 149,3-2 1,3 2 237,5-2 0,4-1 319,4 1 0,2-5-100,2 5 0,1-4 429,2 4 0,3-4 70,5 4 1,-3-6 297,-1 2 0,0-2 90,5-2 1,-1 0 2,0 0 1,1 0-341,-1 0 1,-5-4-494,-3 0 15,-2 0-236,-7-1 1,-7 3-419,-11-2 0,-17 3 396,-14 1 1,-14 1-15,-10 3 0,-7 3 99,-5 5 1,-6-5 103,-2 1 0,2 1-191,6 7 1,11-1-238,13 4 1,22 1 586,25 3 0,7 1 0,20-1 0,3 1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1:57.937"/>
    </inkml:context>
    <inkml:brush xml:id="br0">
      <inkml:brushProperty name="width" value="0.08" units="cm"/>
      <inkml:brushProperty name="height" value="0.08" units="cm"/>
      <inkml:brushProperty name="color" value="#FF0066"/>
    </inkml:brush>
  </inkml:definitions>
  <inkml:trace contextRef="#ctx0" brushRef="#br0">188 412 22864,'-4'-12'-2480,"0"0"1,-1 1 2599,1-1 1,3 0-64,-3 0 0,1 2-62,-1 2 279,3 3-132,-4 0-299,5 3-233,-5-3 0,2 6 0,-5 2 584,-1 1 1,-1 5 168,-2-1 0,0 4-184,0 3 0,-3 4-56,-1 4 1,2 1-100,6-1 0,-1 1 274,5-1 1,-4 1-439,4-1 0,0-1-254,4-2 1,5-3 258,3-5 1,8-2 944,3-2 0,9-3 59,3-5 0,7-5 24,1-3 0,6-3-355,-2-5 0,-3-2 145,0-6 0,-5-1-422,-4-2 1,2-2 127,-6-2 0,-5-3-1021,-6 2 1,-9-2-607,-7-1 0,-12-5-347,-12-4 0,-6 4 101,-9 1 0,-7 9-1847,-5 6 3315,1 6 0,-13-15 0,-4-5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1:58.321"/>
    </inkml:context>
    <inkml:brush xml:id="br0">
      <inkml:brushProperty name="width" value="0.08" units="cm"/>
      <inkml:brushProperty name="height" value="0.08" units="cm"/>
      <inkml:brushProperty name="color" value="#FF0066"/>
    </inkml:brush>
  </inkml:definitions>
  <inkml:trace contextRef="#ctx0" brushRef="#br0">584 118 31465,'-5'-29'-3277,"-1"4"0,-6-2 0,0 9 2677,0 6 0,-3 5 1574,-1 7 1,-5 7-349,1 5 0,-7 1-386,-4 6 0,-9 2-51,-3 7-122,-2-4 1,-2 6-1,0-2-264,-1 3 1,8 3 1079,5 2 1,7-1-991,13 0 0,0-4-1031,11 1 1,6-2 204,5 1 1,9-3 831,4-9 1,3-2 691,5-5 1,7-5 232,8-4 1,4-3-86,4-3 0,-1-5 448,5-8-518,-1-2 0,-4-6 0,-4-1-189,-4-2 0,-4-3-146,-7-5 1,-4-2-1088,-7-2 0,-8 0-975,-8-8 1,-6 2-1414,-6-6 1,-7 7 3127,-17 8 1,-37 40 0,-18 17 0,21-3 0,0 0 0,0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1:58.830"/>
    </inkml:context>
    <inkml:brush xml:id="br0">
      <inkml:brushProperty name="width" value="0.08" units="cm"/>
      <inkml:brushProperty name="height" value="0.08" units="cm"/>
      <inkml:brushProperty name="color" value="#FF0066"/>
    </inkml:brush>
  </inkml:definitions>
  <inkml:trace contextRef="#ctx0" brushRef="#br0">389 224 27215,'-5'-12'-3290,"-2"1"1,-5 0 3064,1 3 0,-1-1 448,0 5 114,-5 0 1,-1 4 360,-6 0 0,-1 4-344,-2 0 0,2 9 0,-4 0-55,1 4 0,2 7-532,-6 3 1,7 9 657,2-5 1,6 6-741,9-6 0,3 2-520,5-2 0,5-4-1092,3-7 1547,13-3 0,5-11 0,14-2 1082,7-2 0,6-5-3,6-5 0,-2-1-518,-2-11 0,-3 0-90,-5-8 0,-6-2-304,-6-5 1,-6-2 747,-10-2-455,-7 2 0,-50-22 1,-23-11-1,-5-3 1,1 0-1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2:02.481"/>
    </inkml:context>
    <inkml:brush xml:id="br0">
      <inkml:brushProperty name="width" value="0.08" units="cm"/>
      <inkml:brushProperty name="height" value="0.08" units="cm"/>
      <inkml:brushProperty name="color" value="#FF0066"/>
    </inkml:brush>
  </inkml:definitions>
  <inkml:trace contextRef="#ctx0" brushRef="#br0">330 171 9926,'0'-11'0,"0"-1"-166,0 0 0,0 0-200,0 1 1,4 3 1067,0 0 1,0 4 1218,-4-4-2362,0 5 207,0-7 1,0 7 93,0-4 312,0 4 138,0-2-230,0 5 909,0 0 1,-6 0-320,-2 0 1,-2 0 626,-2 0 0,-1 1-189,-3 3 1,-2 1-87,-5 3 0,-1 6-160,1-2 0,-1 3 130,1-4 1,-1 6-237,1 3 1,0-2-1372,4 2 1,2-1-181,5 5 1,2-1-182,2 1 0,3-2 97,5-2 1,1-3 64,3-6 0,2 1 417,6 0 596,5 0 1,3-6 0,7-2 1072,4-2 1,7-8-196,1-2 0,9-2 30,-5-2 1,0-5-67,-8-2 0,-1-4 100,-3 0 1,-3-6-800,-9-2 1,-3 2-332,-8 2 1,-3-2-1459,-5 1 0,-5 1 129,-3 3 0,-8 2-1111,-3 3 1,-9 3 2492,-3 8 1,-16 11 0,-8 5 0,-5 1-1,0 1 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2:04.813"/>
    </inkml:context>
    <inkml:brush xml:id="br0">
      <inkml:brushProperty name="width" value="0.08" units="cm"/>
      <inkml:brushProperty name="height" value="0.08" units="cm"/>
      <inkml:brushProperty name="color" value="#FF0066"/>
    </inkml:brush>
  </inkml:definitions>
  <inkml:trace contextRef="#ctx0" brushRef="#br0">1 59 28947,'0'-12'-9831,"0"1"6320,0-1 1,4 4 4074,-1 0-1642,1 6 937,-4-4 1,2 6 0,2 0 1958,3 0-1320,4 0 0,1 4 1,1 0-630,2-1 1099,-2 3 1,10-4 0,-4 3 2230,3 0-1995,2-4 1,0 5-343,-1-6 1,-1 0 0,-1 0 220,-1 0 1,2 0-945,1 0 0,2 0-233,-9 0 1,4 0 72,-5 0 0,5 0-316,-4 0 1,1 0 348,-2 0 0,14 10 1,8 3-1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2:07.214"/>
    </inkml:context>
    <inkml:brush xml:id="br0">
      <inkml:brushProperty name="width" value="0.08" units="cm"/>
      <inkml:brushProperty name="height" value="0.08" units="cm"/>
      <inkml:brushProperty name="color" value="#FF0066"/>
    </inkml:brush>
  </inkml:definitions>
  <inkml:trace contextRef="#ctx0" brushRef="#br0">0 83 30506,'0'-11'-4916,"0"-1"1,0 4-2282,0 0 3502,0 5 1973,0-7 530,0 9 871,0-5 163,0 6 1,0-1-2252,0-3 2620,0 3 1,1-4 766,3 5 0,-2-2 763,2-2 69,-3 3-401,4-4-385,-4 5 0,6 0 1814,-3 0-1337,-3 0 1,6 4 489,-3 0-2279,-3 5 0,9-6 891,-2 4 0,3-3-115,0 4 1,0-4 184,-3 4 0,6-5 101,-2 0 1,3 0-747,1 1 0,2-3 71,6 3 0,-1-2 645,1-2 1,0 0 268,-1 0 1,4 0-604,1 0 1,3 0-227,-3 0 0,-1 0 320,-3 0 0,-5 0-484,1 0 0,-1 0 105,5 0 1,-6 1-200,-2 3 1,1-3-11,-1 3 1,-1-3 37,-3-1 1,-4 0 604,0 0-7,0 0-294,3 0-258,1 0 0,-4-4-173,0 0 0,-4 1-121,4 3 0,-5-4-785,5 0-482,-5 0 720,7-1 1,-7 3-1002,5-2 532,-6 3 0,9 1-779,-3 0 2058,-3 5 0,26 12 0,2 8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2:08.337"/>
    </inkml:context>
    <inkml:brush xml:id="br0">
      <inkml:brushProperty name="width" value="0.08" units="cm"/>
      <inkml:brushProperty name="height" value="0.08" units="cm"/>
      <inkml:brushProperty name="color" value="#FF0066"/>
    </inkml:brush>
  </inkml:definitions>
  <inkml:trace contextRef="#ctx0" brushRef="#br0">1012 400 26940,'-1'-22'-4052,"-2"1"1,-2 1 1629,-1 0 2233,-2-3 1,0 5 0,1 2-489,2 3 450,1 2 1,-1-1 0,-2 0 146,1 0 0,-5 1 319,4-1 0,-4 0-816,-1 0 0,-1-1 1257,-2-3 1,0 3-28,-4-2 0,-2-2 72,-7 1 0,2 0 10,-5 5 0,-1 0 151,-3 3 1,-5-1-99,-3 5 0,-2 0-256,2 4 1,-1 2-248,4 2 0,-3 2-205,4 6 1,-4 5-337,4 2 0,0 0-67,3 0 1,2 1-277,3 3 1,-2 1-235,6 0 1,5-5 89,6 1 1,8-1-564,4 5 0,3 3 265,1 1 1,10-1 717,6-3 1,6 4 424,6 4 0,6 0 370,5 0 0,5 2 65,-1-3 1,3-2 295,1-2 1,4-2 68,0-1 0,4-7 771,-4-6 0,4-4-277,-4-7 1,8-1-433,-5-3 0,-4-4-583,-11-8 1,-3-2-442,-5-6 0,-4-3-536,-7-1 1,-4-4-292,-9 0 0,-1-5-510,-6-3 1,-8-3 270,-8 4 1,-10-4-1875,-17 4 2291,-5-6 1,-18 13 0,-3 0-787,-4 10 1646,-2 2 1,26 34 0,-4 8 0,-1-2 0,-1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2:10.079"/>
    </inkml:context>
    <inkml:brush xml:id="br0">
      <inkml:brushProperty name="width" value="0.08" units="cm"/>
      <inkml:brushProperty name="height" value="0.08" units="cm"/>
      <inkml:brushProperty name="color" value="#FF0066"/>
    </inkml:brush>
  </inkml:definitions>
  <inkml:trace contextRef="#ctx0" brushRef="#br0">1 60 30304,'1'-12'-4916,"2"0"1,1 0 849,-2 0 1918,5 6 2101,-6 1 315,4 5 1,-1 1-179,0 3 1,4-1 0,-3 4-732,2 3-210,1 0 1,0-2 1539,-1 0 0,1-2-98,4 2 0,0 1 1266,0-5-1528,-1 0 1,1 0 0,1 0 270,3-2 1,1 1-268,2 1 0,4-3 531,-4 3 1,7-1-228,2 1 1,1-2 33,-2 6 1,-1-5-282,5 1 0,0 1 131,0-1 1,2 1-393,-6-1 1,4-3 54,-3 3 1,3 2-83,-3-3 1,3 1 14,-4-4 0,1 4-78,-5 0 1,6 0 122,2-4 1,-1 1-87,2 3 0,-5-2-67,5 2 0,-2 1 34,1-1 1,-2 1-418,-6-1 377,1-3 0,-5 4 0,1-5 55,1 0 0,-3 0 107,2 0 1,-5 0-83,5 0 0,0 0 41,3 0 0,2 0-28,2 0 1,-2 0 44,3 0 1,0 0 54,0 0 0,-5 0-63,-3 0 1,-2 4-332,2 0 0,1 0 88,-5-4 1,-1 0 99,-3 0 1,4 0-17,-1 0-140,1 5 0,-4-3-53,0 2 6,-1-3 0,1-1 212,0 0 1,0 0 415,-1 0 0,1 0-238,0 0 1,1 0-89,3 0 0,-2 0-53,6 0 0,-1-4 77,5 0 1,3 0-42,1 4 0,3 0 194,-4 0 0,5 0-358,-5 0 1,4 0 106,-3 0 0,-1 0-74,-3 0 0,-2 0 46,-2 0 0,1 0-3,-6 0 0,5 0 107,-4 0 1,-1 0-102,-3 0 0,4 0 26,-1 0 0,1 0-12,-4 0 1,3 0 201,1 0 0,5-1-237,-1-3 0,3 3-7,5-3 1,-2-2-91,5 3 0,-1-3 0,1 2 0,0 3 30,-4-3 1,-2 2-56,2-2 0,-2 2 79,-1-2 1,-6 3 43,-2 1 1,1 0 228,-2 0-217,6 0 1,-8-4 0,4 0 49,0 2 0,-2-1-89,4-1 0,1 3 26,3-3 0,1-1 0,-1 1 1,1-4-66,-1 4 1,1-4-130,-1 4 1,-4-4-79,-4 4 1,-2 1-196,-1 3 450,0-6 0,-4 5-168,0-3-495,-6 3 722,3 1 0,-5-2-2488,0-1 37,0 1 1863,6-3 1,-4 5 1143,6 0-827,0-5 1,4 4 211,-1-3 0,-3 2 346,0 2-555,0-5 1,0 4 2707,0-3-680,-6 3-1245,4 1-423,-1 0 372,-4 0 147,4 0-412,-5 0-1061,0 0 0,-4 1 667,0 3 1,-20 8-1,-3 6 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2:12.071"/>
    </inkml:context>
    <inkml:brush xml:id="br0">
      <inkml:brushProperty name="width" value="0.08" units="cm"/>
      <inkml:brushProperty name="height" value="0.08" units="cm"/>
      <inkml:brushProperty name="color" value="#FF0066"/>
    </inkml:brush>
  </inkml:definitions>
  <inkml:trace contextRef="#ctx0" brushRef="#br0">1553 412 10136,'0'-17'0,"-1"-2"-1119,-3-3 1,-3-6 1795,-5 1 0,-3 1 205,-1 6-105,-5-2 0,3 5 0,-6-3 184,1 5 0,-2-1-244,-3 4 1,1-2 405,-8 6 137,2-3 1,-9 1-486,3 2 1,3-2 0,-4 2 370,4-3 1,0 4-350,1-1 0,4 1-217,-1-1 1,0-2-197,-7 2 1,-5 2-237,-6-2 1,-5 5-81,-8-1 1,2 3-262,-6 1 1,3 0-526,1 0 508,6 5 1,11 6 0,2 6-432,0 1 0,7 1-93,-3 5 0,9-1-103,4 1 0,3 3-132,4 1 1,5-1-124,7-3 1,3-1 3,5 1 1,5-1 543,3 1 1,7 3 380,5 1 1,5-1 391,6-3 0,6-1 456,10 1 0,4 3 107,0 1 1,1-1 221,-1-3 1,-1-1 227,4 1 1,4-5-11,1 1 0,2-10-285,-6 2 0,-3-8-448,-1 0 1,-9-3-323,-7-1 0,-6-5-765,-9-3 0,-5-4-609,-7-3 1,-3 0-1558,-5-4 2577,-5-1 1,-34-37 0,-17-14 0,-6-6 0,1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2:20.238"/>
    </inkml:context>
    <inkml:brush xml:id="br0">
      <inkml:brushProperty name="width" value="0.08" units="cm"/>
      <inkml:brushProperty name="height" value="0.08" units="cm"/>
      <inkml:brushProperty name="color" value="#FF0066"/>
    </inkml:brush>
  </inkml:definitions>
  <inkml:trace contextRef="#ctx0" brushRef="#br0">1412 1106 27736,'-4'-12'-9831,"0"1"6221,0 4 3596,-1 2-147,4 5 1179,-5 0 0,12 0 213,1 0 1,5 1-590,4 3 1,0-1-719,7 4 1,-1-3 1084,10 4 0,-1 0 58,4 4 0,6 3 176,2 1-843,8 5 0,-2-8 0,8 4-673,3 0 1,4-4 110,6 3 1,5-3 198,-1-1 1,1-2 186,-5-2 1,1-1 17,-1-4 0,5-1-6,-1 2 1,0-3 189,-8-1 1,2 0-54,-5 0 0,7 0-20,-3 0 0,1 0-176,-5 0-74,-3 0 1,1 0 0,-5 0-67,1 0 1,3 0 13,-5 0 0,3 0-33,5 0 1,0 0 1,-1 0 1,1 0 28,-8 0 0,4 0-11,4 0 0,1 0 18,2 0 1,2 0-81,-5 0 1,5 0 92,-2 0 1,6 0-14,-1 0 1,2 0-55,-6 0 1,1 0-27,-2 0 0,2 4-74,-5 0 1,5 0 73,-1-4 1,0 4 5,0 0 0,0-1-47,-8-3 0,2-1-35,-6-3 1,2-1-66,2-3 1,6-2 161,-2 2 1,1-3-270,-13 0 1,0 3 55,-4 0 1,0 0 142,0-4 0,-1 5-40,-3-1 0,-2 0-259,-6-4 1,3 0 105,-3 1 1,-2-1 177,-10 0 1,-5-4-335,-2 1 0,1-5-71,-1 4 0,0-4-177,-5 0 1,-3 2-118,0-2 0,-2 0-198,2-3 1,1-2-134,-5-2 0,0 1-13,-4-6 1,0 1 290,0-4 1,0 5 216,0 2 0,-5 2 347,-3-2 0,-2 4 356,-2-4 0,0 7 316,1 2 0,-6 3 341,-3-4 0,-4 2-96,-3-1 0,1 2 370,-6 5 0,-3 0-97,-4 0 0,-5 1 175,0-1 1,3 1-2,-2 3 0,-1-2-193,-3 2 1,-4-6-64,0-2 1,-1-1-373,1 1 1,-2 2-66,-6-5 0,-8-1-51,1-4 1,-6 5-287,5-1 0,-5 5-341,-6-5 0,-4 2 74,-9-2 0,5-1-148,8 5 1,-3-3 245,2 3 1,-6 0 131,-1 5 1,6 0-12,10 3 1,1-1-11,6 5 0,-9 0 113,2 4 1,-5-3-123,1-1 0,-1 0 62,-7 4 0,-8 1-109,39 1 1,0 0 0,-1-1 0,1-1-17,0 2 1,0 0 0,-3-1 0,-1 1-35,2-1 1,0 2-1,-5-1 1,-1 2-98,0 2 1,0 0-1,1-1 1,0 0 83,1-1 1,0 0 0,0 1-1,1 1 26,-3-3 0,0 2 1,1 1-1,1 2 18,2 0 1,0 0-1,0 0 1,0-1-29,4-1 1,1 0 0,-50 6 234,2 0 0,9-1-197,7 1 1,0 0 203,3 0 1,0-1 0,0 1 1,0 4 50,4-1 1,-6 2-197,-1-1 1,1 2 21,-2 6 1,2 3-185,7 1 0,3 1 3,5-2 0,2-1-62,1 5 1,3-3-42,13 3 1,4-5-279,11 2 0,4-3 55,4-2 0,1 3-107,-1-2 0,6 2-77,2-6 1,3 0-7,1 0 1,1 5 89,-1-5 0,4 4-197,0-4 0,4 2 25,-4 2 0,6-5 4,-2 1 0,3-6 28,1 2 0,-4 1 230,0-1 1,0-1 21,4-3 1,1 0 18,3 0 0,-1 1 187,4 2 0,3 0 493,5 4 0,4-4 551,4 0 0,6 2 320,2-1 0,8 4 49,4-5 0,8 5-62,4-4 1,4 3 80,4-3 1,6 3 108,6-3 1,-5 4-229,-3-5 0,1 5-297,6-4 0,7-2-212,5-6 0,3-2 6,1-2 1,7-2-263,-43 0 0,2 0 1,3-2-1,1 1-64,0-1 0,1 0 0,2-2 0,0 0 29,-4 0 1,-1 0 0,3-2 0,1 0-8,2 2 0,1 0 0,2-2 0,0-1 21,-1 1 0,1 0 0,-1 1 0,0 0-81,-3-1 0,-1 0 0,0 0 1,-1 0-175,-2-2 0,0 0 0,0 1 0,1 0-67,-3 1 1,-1 0 0,-1 1-1,-1-1-71,40 1 1,4 1-537,0-2 1,-8 4 254,-12 4 1,-14 4 418,-17 8 0,-6 2 0,-10 6 0,-3-1 0,-3 1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2:22.088"/>
    </inkml:context>
    <inkml:brush xml:id="br0">
      <inkml:brushProperty name="width" value="0.08" units="cm"/>
      <inkml:brushProperty name="height" value="0.08" units="cm"/>
      <inkml:brushProperty name="color" value="#FF0066"/>
    </inkml:brush>
  </inkml:definitions>
  <inkml:trace contextRef="#ctx0" brushRef="#br0">1129 354 15836,'-4'-12'0,"0"0"-264,2 0 1,-4 1 356,2-1 0,-3-1 955,3-3-835,-5 3 1,2-9 0,-5 2 171,1-2-124,-1-1 0,0 3 0,0 2 37,1 1 272,-6 1 1,2 0-179,-4 1 0,-1-1 1,-4 5 481,1 4 1,-1-2-199,1 5 0,-5-4 115,1 4 1,-2 0 142,2 4 0,1 1 409,-6 3-894,-4-3 0,-2 10 1,-5-3-107,-2 2 0,3 2-122,-1 0 0,5 3-466,-1 1 0,3 5-309,0-1 0,5 2-186,0 1 0,1 1-842,-2-1 1101,4 1 1,4-1 0,1 1-250,-1-1 0,6 1-57,2-1 1,8-3-147,4 0 0,-1-2 127,1 2 0,0 2 26,4-3 0,5 2 533,3-1 1,4 6 261,4-3 1,2 4 195,6-4 1,0 1 257,4-1 1,6-3 1578,5-1-975,11-4 0,-7 2 0,9-5 260,0-1 1,2-3 338,5 0 0,2-5-421,-2 0 0,-3-3-791,-9-3 0,-1-4-460,-3-5 0,0 1 0,-8-1 0,-2-5 0,-10-3 0,-3-2 0,0-2 0,-3 0 0,-2-4 0,1-2-529,-8-5 0,-3-2-1177,-1-2 0,-9-3-318,-7-5 0,-5 7 1031,-6 4 0,-6 8 726,-3 8 0,-2 4 363,-1 9 0,-11 43 0,-2 16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2:23.004"/>
    </inkml:context>
    <inkml:brush xml:id="br0">
      <inkml:brushProperty name="width" value="0.08" units="cm"/>
      <inkml:brushProperty name="height" value="0.08" units="cm"/>
      <inkml:brushProperty name="color" value="#FF0066"/>
    </inkml:brush>
  </inkml:definitions>
  <inkml:trace contextRef="#ctx0" brushRef="#br0">1318 542 25534,'0'-12'-7490,"0"4"3510,0 0 2952,0 0 0,0 0 523,0 1 1,0-1 624,0-4 1,-5-1 0,-3-1 548,-3-2 0,-1-1-134,1 1 0,-1-2-814,0-6 0,-3 1 958,-1-1 1,0 1-61,4-1 0,1 1-61,-1-1 0,-1 5 150,-3-1 1,3 2-37,-3-2-504,3-2 1,-4 9 0,-2-1 135,-3 4 1,-7 0 336,-3 2 0,-5 2-284,-3-2 1,-4 5 101,1-1 0,-2 3-12,2 1 1,-10 0-105,2 0 0,-4 0-56,4 0 1,1 1-38,-5 3 0,6 3-520,-2 4 1,12 5-954,3 0 753,9 5 0,-3-3 0,4 6-328,-2-1 0,2 4-76,7 1 1,-2 1-108,5-2 1,-2 2-150,6 2 1,3 2 85,9-6 1,0 5 278,0-5 0,10 10 523,6-2 1,6 3 464,6-3 1,3 4 357,8 1 0,3 3 256,5-4 1,0 0 98,0-4 0,4-5 270,0-2 1,4-9 318,-4-3 1,-4-8-415,-4-4 0,-1-3-181,1-1 1,0-6-631,-8-6 0,3-1-395,-7-7 0,-2-1-381,-1-6 1,0-3-216,0-5 1,-6-6-459,-6-2 1,-8-9-289,-5-7 1,-4-4-464,-7-4 0,-16 0 896,-20 4 1,-13-3-529,-14 8 1532,29 29 0,-2 2 0,-1 0 0,-3 3 0,-4-2 0,-1 1 0,-2-1 0,1 1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3:13.352"/>
    </inkml:context>
    <inkml:brush xml:id="br0">
      <inkml:brushProperty name="width" value="0.08" units="cm"/>
      <inkml:brushProperty name="height" value="0.08" units="cm"/>
      <inkml:brushProperty name="color" value="#FF0066"/>
    </inkml:brush>
  </inkml:definitions>
  <inkml:trace contextRef="#ctx0" brushRef="#br0">2282 318 26879,'0'-13'-2179,"0"-2"1,-1-2-1,-3-1 1,-3-1 1185,1 0 0,-8 2 1839,2 6 0,-8-1 93,1 0 0,-8 0-185,0 1 1,-6-1-248,2 0 0,-8 2 76,-4 2 1,-2-3-753,2 3 0,-4-2 1274,0-2 0,-6 0-97,-10 1 1,-8-1-300,-7 0 1,-3 6-527,-1 2 1,3 2 92,1 2 0,1 10 180,-2 1 1,9 9-426,7-1 1,3 4-27,1 0 1,-4 5-24,1-1 0,-2 1 184,1-5 1,3 4-66,-3 1 1,6-1-143,6-3 1,10-1-158,14 1 0,1-2-129,-2-2 0,3 2 121,-2-2 1,-2 2-14,2 1 1,1 1 185,6-1 1,-1 1-295,5-1 0,5-3-117,3 0 1,5-1-299,-1 5 0,3-1-7,1 1 0,1-6-109,3-2 0,3 2 96,4 2 0,6 0 218,3 0 0,7 2 435,5-2 0,3 1 157,4-2 1,4 4 197,8-4 1,0-1 310,8 2 0,4-6 393,11 2 1,7 1-332,6-1 1,4-4-11,-1-5 1,-38-3 0,1-1-352,3 1 1,1 0 0,5-1-1,1-1 86,1-2 1,1 0-1,2 0 1,-1-1 45,-1-1 1,-1 0-1,-1-1 1,0-1-90,1-1 0,1-2 0,2 1 0,0-1-82,-1 0 0,1-1 0,-4 1 0,-1 1-219,-6-2 0,-2 0 0,-2 1 0,-1 1 0,0 0 0,0 0 0,47-10 0,-4 1 0,-10-1 0,-21 4 0,-6 2-978,-10 2 0,-6-1 294,-6 5 0,-6 0 684,-10 4 0,-1-4 0,-2 0 0,2 0 0</inkml:trace>
  <inkml:trace contextRef="#ctx0" brushRef="#br0" timeOffset="1361">1189 1459 25679,'-6'-16'-3500,"-1"-1"1,-4 0 2880,-1 0 0,1 1 998,-1 4 1,-5 1 90,-3-1 0,-2 0 19,-1 0 1,-5 5 374,1-1-510,-6 0 1,7 0-223,-6 0 0,6 6 0,-2-2 909,-1 2 1,3 4-270,-6 2 1,5 2-88,-4 6 0,-5 5-402,-3 2 0,0 4-60,4 0 0,1 2-365,2 2 1,4-2-81,4 3 0,1 0-3,-1 0 0,6 5-793,2-2 594,3 3 1,5 3-1,2 0-353,0 3 0,2-5 11,4-4 0,2-1-39,2 2 1,2 0 112,6-4 1,5-1 253,3-3 1,7-2 463,4-2 183,9 7 1,7-11 0,7 6 405,4-4 0,6-2 164,3-4 0,12-1-219,8 1 1,5-5 168,6-3 1,-48-4 0,1 0-122,1-2 0,2 0 0,2 1 1,1-1-165,0-2 0,0 0 0,2 2 0,0 0-103,-4-2 1,-1 0-1,2 2 1,1 0-167,0-2 1,-1 1 0,2 1 0,1 1-181,1-1 0,1 0 0,-2 0 1,0-1 66,-4 1 0,0 0 0,0 0 0,1 0-15,0 2 0,1 0 1,0 0-1,0 0-73,-4 0 0,0 0 0,-1 0 0,0 1 57,46 3 1,-48-3 0,1 1-29,2 2 1,0 0-1,0-2 1,0 0-62,0 2 0,-1-1 1,0-1-1,-2-1-26,2 1 0,-2 0 1,43-1 236,1-1-190,3 0 1,-3 0 0,0 0-7,-6 0 1,-6-5-161,-4-3 1,6-3 44,-6-5 0,1 1 35,-9-4 0,-4-1-67,-4-3 0,-3-5-165,-4 1 1,1-6-228,-5 2 1,-1-3 44,-7-1 1,-4-6 192,-8-2 0,-3 1-393,-9-1 0,-2 0 386,-5-4 0,-4 1-261,0 3 1,-6 6 143,2 6 1,-4 1 166,-4-1 1,-2-2-61,-6 6 1,-4 3 281,1 4 1,-7 1 132,-2-5 0,-3 2 298,-5 3 0,-2-2 187,3 5 0,-7-1 43,-1 1 0,-6 3 82,2-2 0,3 1-23,1 3 1,3 3-102,5 0 1,-6 0-89,6-4 0,-7 5-75,3-1 0,-2 1-333,-6-1 1,0-1 126,-4 5 1,0-4-285,0 5 1,0-1 73,0 4 1,-11-2-96,-4-2 0,-8 3 66,-4-3 0,-4-1-345,-9 1 0,0-4 384,-3 4 1,-3-9 101,3 1 1,-2-2-380,2 2 1,-5 1 133,5-1 0,-1-3 251,9 4 1,4 2 29,-1 9 0,-4 0-10,-7 0 0,-3 5-99,-1 3 0,4 1 49,-1-1 0,-8 2-228,46-6 0,0 0 0,-1 3 1,0 0 181,1 1 0,0 0 1,2 2-1,1 1 15,-48 8 1,2 0-157,6 0 1,7-4 263,20 0 1,7 2-146,13-1 1,3 1-36,4-1 1,5-2 132,0 6 1,1-5-222,-2 5 0,5-2 56,7 2 0,3 1-341,5-6 1,5 2-481,-1-1 1,5 1-238,-1 3 0,3 2-129,1-3 0,5 4-106,3 0 1,9 6 1302,7 2 1,62-2 0,-33-15 0,1 1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3:22.980"/>
    </inkml:context>
    <inkml:brush xml:id="br0">
      <inkml:brushProperty name="width" value="0.08" units="cm"/>
      <inkml:brushProperty name="height" value="0.08" units="cm"/>
      <inkml:brushProperty name="color" value="#FF0066"/>
    </inkml:brush>
  </inkml:definitions>
  <inkml:trace contextRef="#ctx0" brushRef="#br0">4775 530 26133,'-1'-12'-4531,"-3"1"0,3-1 2766,-3 0 1,1 6 1352,-1 2 1,3 1 979,-3-1 0,1 3 2576,-1-3-2502,3 3 0,-5 1 1601,2 0-2321,-3-6 1,-3 4 2097,2-6-724,-3 5-751,5-7 1,-6 5-6,0-3 1,1-3-503,-1 3 0,-4 2 226,0-2 0,1 4-425,3-4 1,-4 4 130,1-3 0,-5 3 34,4-4 1,-3 4 335,3-4 0,-1 4-169,1-4 1,2 2-38,-6-2 0,6-3-308,-2 4 181,-2 1 0,0-4 0,-6 2 66,1-2 0,3-2-69,1 0 0,-1 0 17,-4 1 1,-2-1-142,3 0 1,-5 4 119,5 0 0,-1 4-2,-3-3 1,2 3 248,2-4 0,0 4-172,4-4 1,-2 4-40,5-4 1,-3 4 73,3-3 1,0 3 0,4-4 1,-3 4 29,-1-4 1,-4 2-181,5-2 1,-2-1-34,1 5 1,-2-2 65,-6 2 1,-3 2 87,-1-6 1,-8 5 90,1-1 1,-9 3-14,1 1 1,-2-4-15,-2 0 0,3 0-71,1 4 1,0 0-71,-4 0 1,1 0 143,3 0 1,1 0-129,3 0 1,1-1-37,-5-3 1,1 3-53,-1-3 1,3 3 116,5 1 1,-5-2-65,1-2 1,-9 3 108,1-3 0,-7 3-140,3 1 0,-5 0 25,1 0 1,3 0-20,1 0 1,3 1 57,1 3 1,3-3-96,1 3 0,-2-2 52,-2-2 0,-2 4-70,10 0 0,0 3 12,4-3 0,-3 4-32,2-4 0,-5 4 60,5-4 0,-7 4 8,0-4 0,-12 5-18,-4-1 0,-1-2 33,5 2 1,3-2 112,5 2 0,1 3-159,3-3 1,-1 2-13,5 2 0,-6 0 29,2-1 1,-7 1-9,0 0 0,4 0-15,7-1 0,2 1-27,2 0 1,1 0-68,2-1 0,-2-3 83,3 0 1,-4 0 85,-4 4 1,-2-1-5,-2 1 0,6-4 113,6 0 0,5-2-89,-2 2 0,5 3-64,3-3 1,-1 2-124,6 2 1,-1-1-91,4 1 0,-3 0 1,-1 0 1,-1 0 22,1-1 1,-1 1 36,-2 0 0,-3 3-85,2 1 0,-2 5 31,-2-1 1,1-2 56,-1 2 1,2-1 19,2 5 0,5-1-89,7 1 0,-1-1-178,5 1 1,0-1-135,4 1 1,0-2-97,0-2 0,0 2 69,0-3 1,5 8-108,3 0 1,4-4 217,3-3 1,0 0 163,4 3 1,1 1 271,3-1 1,1-3 281,-1-1 0,5 0 197,-1 0 0,6 4 16,-2-4 0,3 2 47,2-1 0,5 1 218,6-6 1,16 1-76,12-4 0,6-2-375,5-2 0,9-3 80,-43-4 1,2-2 0,4 1 0,2 0-43,0 0 0,1 0 0,-1 0 1,-2 0-42,-7 0 0,0 0 0,0 0 1,1 0 220,46 0 0,1 0-110,-9 0 0,-1 0-27,-14 0 1,4 1-362,0 3 0,4-2 117,0 2 0,-1 1-189,-4-1 0,6 1 104,10-1 1,3-3 9,-3 3 0,4-3-381,-4-1 1,5 0 352,-46 1 1,0-2 0,-1 1 0,-1-1 42,47-3 0,-4-2-117,-7-6 0,-4-1 221,3-3 1,1-1-57,-5-2 1,2-4-49,-10 4 1,5-3-155,-5-2 0,3 1-54,-6-1 0,-3 1 263,-10-1 0,0 2-314,-3 2 1,-4-6 86,-8 3 1,-12-4-302,-7 4 1,-13-7 238,1-5 1,-10-6-639,-6-6 1,-16-5-4,-19-3 0,-20-7 586,22 31 0,-4 0 0,-9-5 0,-2 1-117,-5 1 1,-4 2-1,-10-1 1,-4 4 212,-4 2 0,-3 3 0,-8 1 0,-3 2 168,-4 3 0,-2 0 0,33 6 0,0-2 0,0 3 0,-3 2 0,1 1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3:25.389"/>
    </inkml:context>
    <inkml:brush xml:id="br0">
      <inkml:brushProperty name="width" value="0.08" units="cm"/>
      <inkml:brushProperty name="height" value="0.08" units="cm"/>
      <inkml:brushProperty name="color" value="#FF0066"/>
    </inkml:brush>
  </inkml:definitions>
  <inkml:trace contextRef="#ctx0" brushRef="#br0">1106 612 14606,'0'-12'-3746,"0"0"3129,5 0 1,-4 1 726,3-1 0,-3 4 0,-1 0 25,0-1 0,0 3 57,0-2-123,0 5 0,0-3 269,0 2-643,0 2 0,0-4 355,0 2 1,-1 3 156,-3-3 1,2 2 128,-6 2 0,4 0-129,-4 0 1,4 0 167,-4 0 1,0-4-215,-3 1 0,-1-3 2,0 2 0,-5 2 108,-2-6 0,-9 4 7,-3-4 0,-8 6-107,-5-2 0,-3-2-172,-4 2 1,3 1-10,-3 3 0,-1 0 6,1 0 0,-4 0 136,4 0 1,4 3 5,4 1 1,5 2-74,-1-2 0,4 2-45,3 6 1,7-4-72,6 0 0,4-1-26,0 5 0,2 4-246,1-1 1,0 5 5,0-4 1,2 5-10,2-2 0,-2 7-25,2 2 1,-3 5 2,0-2 0,0 3 104,3 1 0,-1 2-61,5 2 0,0 1 150,4 4 0,0 0 48,0-5 0,6 4 29,1-4 1,5 1 58,4-5 1,2-5 93,6-3 1,6 2 87,5-1 1,3-1 207,9-3 0,4-5 4,12 1 0,2-6-36,5 2 0,1-8 204,0-4 1,-5-3-177,1-1 1,-2-1-39,2-3 1,1-8-71,-6-8 1,0-7-122,-7-5 1,0-7-93,-8-4 0,1-9-116,-9-7 1,0-8-636,-3-11 1,-8-9 411,-15 38 0,-2 0 0,1-51-314,-12 2 0,-24 2 205,5 44 1,-5 2 0,-5 2-1,-3 2 286,-6-1 1,-3 3 0,-1 5 0,-2 3-31,0 4 0,-2 5 0,0 4 1,-1 3-387,-47-12 1,4 14 464,8 10 67,7 24 0,11 10 0,-1 15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6T19:13:29.996"/>
    </inkml:context>
    <inkml:brush xml:id="br0">
      <inkml:brushProperty name="width" value="0.08" units="cm"/>
      <inkml:brushProperty name="height" value="0.08" units="cm"/>
      <inkml:brushProperty name="color" value="#FF0066"/>
    </inkml:brush>
  </inkml:definitions>
  <inkml:trace contextRef="#ctx0" brushRef="#br0">1317 330 5234,'0'-12'0,"0"0"-910,0 0 1,0 1 1666,0-1 1,0 4-456,0 0 0,0 4-320,0-4 1,0 5 105,0-5 132,0 0 1,-1 0 74,-3 0 225,3 6 1,-9-9 0,5 5 284,-1-1 1,2-3-162,-4 2 0,4-3-110,-4 0 0,0-1 211,-4 0 1,1 0-69,-1 1 1,-1-1 37,-3 0 1,-2 0 217,-6 0 0,-4 5-560,-4-1 0,-2 4 125,-1-4 1,0 4 822,0-4-754,-1 6 1,1-4 0,0 6 95,-1 0 0,5 4-180,0 0 1,3 5-230,-3-1 0,0 4-191,-5 4 0,-4-2-332,-3 6 1,1-2-63,-1 2 1,3 6-185,-3-3 1,2 7-8,-3-2 1,4 0-89,5 0 0,1-3 90,2 2 1,1 2 30,7-2 0,2 1-35,7-5 1,3 1-177,0-1 0,2 1-136,6-1 1,-4 5 23,4-1 0,0 7-82,4 1 1,1 1 161,3 3 0,3-2 247,5-2 0,5 0 351,2 0 0,9-1 425,3-2 1,7-4 421,1-4 1,7-2 395,1-2 0,5 2 31,7-2 0,1-3 156,3-2 1,-2-2 27,6-1 1,-7-1-143,-1-4 0,-5-1-184,-3-6 1,-2 0-313,2 0 0,1-2-285,-1-2 0,-1-2-323,-7-6 1,1-5-268,-5-3 0,-1-2-235,-6-1 0,-4-6-301,-4-2 0,-5-9-330,1-3 0,-6-12-423,2-3 0,-9-13-40,-7 1 0,-16-4 373,-12 4 1,-15 1 402,-8 2 1,-11 9 484,-9 11 1,-11 7 157,-12 9 1,-3 8 1206,-1 12-1108,46 7 0,1 1 0,-43 2 0,43 2 0,0 2 0,-48 6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8T14:21:33.353"/>
    </inkml:context>
    <inkml:brush xml:id="br0">
      <inkml:brushProperty name="width" value="0.06" units="cm"/>
      <inkml:brushProperty name="height" value="0.06" units="cm"/>
      <inkml:brushProperty name="color" value="#FF0066"/>
    </inkml:brush>
  </inkml:definitions>
  <inkml:trace contextRef="#ctx0" brushRef="#br0">1 71 7740,'52'-16'0,"2"1"0,9-3-271,7 6 1,8 3-323,15 9 1,-29 7 0,4 1-1,9 2 1,0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E562BE-ABC4-4BEE-9A4F-D003519B1EC6}" type="datetimeFigureOut">
              <a:rPr lang="en-US" smtClean="0"/>
              <a:t>7/6/26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FAA1BF-909E-402A-B897-411B070388AF}" type="slidenum">
              <a:rPr lang="en-US" smtClean="0"/>
              <a:t>‹#›</a:t>
            </a:fld>
            <a:endParaRPr lang="en-US"/>
          </a:p>
        </p:txBody>
      </p:sp>
    </p:spTree>
    <p:extLst>
      <p:ext uri="{BB962C8B-B14F-4D97-AF65-F5344CB8AC3E}">
        <p14:creationId xmlns:p14="http://schemas.microsoft.com/office/powerpoint/2010/main" val="143882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a:xfrm>
            <a:off x="2" y="6657859"/>
            <a:ext cx="3997425" cy="350924"/>
          </a:xfrm>
          <a:prstGeom prst="rect">
            <a:avLst/>
          </a:prstGeom>
        </p:spPr>
        <p:txBody>
          <a:bodyPr/>
          <a:lstStyle/>
          <a:p>
            <a:pPr>
              <a:defRPr/>
            </a:pPr>
            <a:endParaRPr lang="en-IE"/>
          </a:p>
        </p:txBody>
      </p:sp>
    </p:spTree>
    <p:extLst>
      <p:ext uri="{BB962C8B-B14F-4D97-AF65-F5344CB8AC3E}">
        <p14:creationId xmlns:p14="http://schemas.microsoft.com/office/powerpoint/2010/main" val="1364622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rgbClr val="000000"/>
                </a:solidFill>
                <a:effectLst/>
                <a:latin typeface="Times New Roman" pitchFamily="-108" charset="0"/>
                <a:ea typeface="ＭＳ Ｐゴシック" pitchFamily="-108" charset="-128"/>
                <a:cs typeface="+mn-cs"/>
              </a:rPr>
              <a:t>Wal-Mart Stores decided that the Hurricane situation offered a great</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dirty="0">
                <a:solidFill>
                  <a:srgbClr val="000000"/>
                </a:solidFill>
                <a:effectLst/>
                <a:latin typeface="Times New Roman" pitchFamily="-108" charset="0"/>
                <a:ea typeface="ＭＳ Ｐゴシック" pitchFamily="-108" charset="-128"/>
                <a:cs typeface="+mn-cs"/>
              </a:rPr>
              <a:t>opportunity for their newest data-driven decision making… predictive technology.</a:t>
            </a:r>
          </a:p>
          <a:p>
            <a:r>
              <a:rPr lang="en-US" sz="1200" kern="1200" dirty="0">
                <a:solidFill>
                  <a:srgbClr val="000000"/>
                </a:solidFill>
                <a:effectLst/>
                <a:latin typeface="Times New Roman" pitchFamily="-108" charset="0"/>
                <a:ea typeface="ＭＳ Ｐゴシック" pitchFamily="-108" charset="-128"/>
                <a:cs typeface="+mn-cs"/>
              </a:rPr>
              <a:t>To</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dirty="0">
                <a:solidFill>
                  <a:srgbClr val="000000"/>
                </a:solidFill>
                <a:effectLst/>
                <a:latin typeface="Times New Roman" pitchFamily="-108" charset="0"/>
                <a:ea typeface="ＭＳ Ｐゴシック" pitchFamily="-108" charset="-128"/>
                <a:cs typeface="+mn-cs"/>
              </a:rPr>
              <a:t>ensure that local </a:t>
            </a:r>
            <a:r>
              <a:rPr lang="en-US" sz="1200" kern="1200" dirty="0" err="1">
                <a:solidFill>
                  <a:srgbClr val="000000"/>
                </a:solidFill>
                <a:effectLst/>
                <a:latin typeface="Times New Roman" pitchFamily="-108" charset="0"/>
                <a:ea typeface="ＭＳ Ｐゴシック" pitchFamily="-108" charset="-128"/>
                <a:cs typeface="+mn-cs"/>
              </a:rPr>
              <a:t>Wal</a:t>
            </a:r>
            <a:r>
              <a:rPr lang="en-US" sz="1200" kern="1200" dirty="0">
                <a:solidFill>
                  <a:srgbClr val="000000"/>
                </a:solidFill>
                <a:effectLst/>
                <a:latin typeface="Times New Roman" pitchFamily="-108" charset="0"/>
                <a:ea typeface="ＭＳ Ｐゴシック" pitchFamily="-108" charset="-128"/>
                <a:cs typeface="+mn-cs"/>
              </a:rPr>
              <a:t>-Marts are properly stocked,</a:t>
            </a:r>
            <a:r>
              <a:rPr lang="en-US" sz="1200" kern="1200" baseline="0" dirty="0">
                <a:solidFill>
                  <a:srgbClr val="000000"/>
                </a:solidFill>
                <a:effectLst/>
                <a:latin typeface="Times New Roman" pitchFamily="-108" charset="0"/>
                <a:ea typeface="ＭＳ Ｐゴシック" pitchFamily="-108" charset="-128"/>
                <a:cs typeface="+mn-cs"/>
              </a:rPr>
              <a:t> they need to mine</a:t>
            </a:r>
            <a:r>
              <a:rPr lang="en-US" sz="1200" kern="1200" dirty="0">
                <a:solidFill>
                  <a:srgbClr val="000000"/>
                </a:solidFill>
                <a:effectLst/>
                <a:latin typeface="Times New Roman" pitchFamily="-108" charset="0"/>
                <a:ea typeface="ＭＳ Ｐゴシック" pitchFamily="-108" charset="-128"/>
                <a:cs typeface="+mn-cs"/>
              </a:rPr>
              <a:t> the data and</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dirty="0">
                <a:solidFill>
                  <a:srgbClr val="000000"/>
                </a:solidFill>
                <a:effectLst/>
                <a:latin typeface="Times New Roman" pitchFamily="-108" charset="0"/>
                <a:ea typeface="ＭＳ Ｐゴシック" pitchFamily="-108" charset="-128"/>
                <a:cs typeface="+mn-cs"/>
              </a:rPr>
              <a:t> reveal</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dirty="0">
                <a:solidFill>
                  <a:srgbClr val="000000"/>
                </a:solidFill>
                <a:effectLst/>
                <a:latin typeface="Times New Roman" pitchFamily="-108" charset="0"/>
                <a:ea typeface="ＭＳ Ｐゴシック" pitchFamily="-108" charset="-128"/>
                <a:cs typeface="+mn-cs"/>
              </a:rPr>
              <a:t>a particular item</a:t>
            </a:r>
            <a:r>
              <a:rPr lang="en-US" sz="1200" kern="1200" baseline="0" dirty="0">
                <a:solidFill>
                  <a:srgbClr val="000000"/>
                </a:solidFill>
                <a:effectLst/>
                <a:latin typeface="Times New Roman" pitchFamily="-108" charset="0"/>
                <a:ea typeface="ＭＳ Ｐゴシック" pitchFamily="-108" charset="-128"/>
                <a:cs typeface="+mn-cs"/>
              </a:rPr>
              <a:t> will be </a:t>
            </a:r>
            <a:r>
              <a:rPr lang="en-US" sz="1200" kern="1200" dirty="0">
                <a:solidFill>
                  <a:srgbClr val="000000"/>
                </a:solidFill>
                <a:effectLst/>
                <a:latin typeface="Times New Roman" pitchFamily="-108" charset="0"/>
                <a:ea typeface="ＭＳ Ｐゴシック" pitchFamily="-108" charset="-128"/>
                <a:cs typeface="+mn-cs"/>
              </a:rPr>
              <a:t>sold out in the hurricane’s path.</a:t>
            </a:r>
          </a:p>
          <a:p>
            <a:r>
              <a:rPr lang="en-US" sz="1200" kern="1200" dirty="0">
                <a:solidFill>
                  <a:srgbClr val="000000"/>
                </a:solidFill>
                <a:effectLst/>
                <a:latin typeface="Times New Roman" pitchFamily="-108" charset="0"/>
                <a:ea typeface="ＭＳ Ｐゴシック" pitchFamily="-108" charset="-128"/>
                <a:cs typeface="+mn-cs"/>
              </a:rPr>
              <a:t>It</a:t>
            </a:r>
            <a:r>
              <a:rPr lang="en-US" sz="1200" kern="1200" baseline="0" dirty="0">
                <a:solidFill>
                  <a:srgbClr val="000000"/>
                </a:solidFill>
                <a:effectLst/>
                <a:latin typeface="Times New Roman" pitchFamily="-108" charset="0"/>
                <a:ea typeface="ＭＳ Ｐゴシック" pitchFamily="-108" charset="-128"/>
                <a:cs typeface="+mn-cs"/>
              </a:rPr>
              <a:t> turns out </a:t>
            </a:r>
            <a:r>
              <a:rPr lang="en-US" sz="1200" kern="1200" baseline="0" dirty="0" err="1">
                <a:solidFill>
                  <a:srgbClr val="000000"/>
                </a:solidFill>
                <a:effectLst/>
                <a:latin typeface="Times New Roman" pitchFamily="-108" charset="0"/>
                <a:ea typeface="ＭＳ Ｐゴシック" pitchFamily="-108" charset="-128"/>
                <a:cs typeface="+mn-cs"/>
              </a:rPr>
              <a:t>Stawberry</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baseline="0" dirty="0" err="1">
                <a:solidFill>
                  <a:srgbClr val="000000"/>
                </a:solidFill>
                <a:effectLst/>
                <a:latin typeface="Times New Roman" pitchFamily="-108" charset="0"/>
                <a:ea typeface="ＭＳ Ｐゴシック" pitchFamily="-108" charset="-128"/>
                <a:cs typeface="+mn-cs"/>
              </a:rPr>
              <a:t>Poptarts</a:t>
            </a:r>
            <a:r>
              <a:rPr lang="en-US" sz="1200" kern="1200" baseline="0" dirty="0">
                <a:solidFill>
                  <a:srgbClr val="000000"/>
                </a:solidFill>
                <a:effectLst/>
                <a:latin typeface="Times New Roman" pitchFamily="-108" charset="0"/>
                <a:ea typeface="ＭＳ Ｐゴシック" pitchFamily="-108" charset="-128"/>
                <a:cs typeface="+mn-cs"/>
              </a:rPr>
              <a:t> are the most popular items. </a:t>
            </a:r>
          </a:p>
          <a:p>
            <a:endParaRPr lang="en-US" sz="1200" kern="1200" baseline="0" dirty="0">
              <a:solidFill>
                <a:srgbClr val="000000"/>
              </a:solidFill>
              <a:effectLst/>
              <a:latin typeface="Times New Roman" pitchFamily="-108" charset="0"/>
              <a:ea typeface="ＭＳ Ｐゴシック" pitchFamily="-108" charset="-128"/>
              <a:cs typeface="+mn-cs"/>
            </a:endParaRPr>
          </a:p>
          <a:p>
            <a:r>
              <a:rPr lang="en-US" sz="1200" kern="1200" baseline="0" dirty="0">
                <a:solidFill>
                  <a:srgbClr val="000000"/>
                </a:solidFill>
                <a:effectLst/>
                <a:latin typeface="Times New Roman" pitchFamily="-108" charset="0"/>
                <a:ea typeface="ＭＳ Ｐゴシック" pitchFamily="-108" charset="-128"/>
                <a:cs typeface="+mn-cs"/>
              </a:rPr>
              <a:t>The second story is about the Signet Bank that great exemplifies data science capability as a strategic asset. </a:t>
            </a:r>
            <a:r>
              <a:rPr lang="en-US" sz="1200" kern="1200" dirty="0">
                <a:solidFill>
                  <a:srgbClr val="000000"/>
                </a:solidFill>
                <a:effectLst/>
                <a:latin typeface="Times New Roman" pitchFamily="-108" charset="0"/>
                <a:ea typeface="ＭＳ Ｐゴシック" pitchFamily="-108" charset="-128"/>
                <a:cs typeface="+mn-cs"/>
              </a:rPr>
              <a:t>Around 1990, two strategic visionaries (Richard Fairbanks and Nigel Morris) realized</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dirty="0">
                <a:solidFill>
                  <a:srgbClr val="000000"/>
                </a:solidFill>
                <a:effectLst/>
                <a:latin typeface="Times New Roman" pitchFamily="-108" charset="0"/>
                <a:ea typeface="ＭＳ Ｐゴシック" pitchFamily="-108" charset="-128"/>
                <a:cs typeface="+mn-cs"/>
              </a:rPr>
              <a:t>that information technology was powerful enough that they could do more sophisticated</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dirty="0">
                <a:solidFill>
                  <a:srgbClr val="000000"/>
                </a:solidFill>
                <a:effectLst/>
                <a:latin typeface="Times New Roman" pitchFamily="-108" charset="0"/>
                <a:ea typeface="ＭＳ Ｐゴシック" pitchFamily="-108" charset="-128"/>
                <a:cs typeface="+mn-cs"/>
              </a:rPr>
              <a:t>predictive modeling</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dirty="0">
                <a:solidFill>
                  <a:srgbClr val="000000"/>
                </a:solidFill>
                <a:effectLst/>
                <a:latin typeface="Times New Roman" pitchFamily="-108" charset="0"/>
                <a:ea typeface="ＭＳ Ｐゴシック" pitchFamily="-108" charset="-128"/>
                <a:cs typeface="+mn-cs"/>
              </a:rPr>
              <a:t>and offer different terms (nowadays: pricing, credit limits, low-initial-rate balance</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dirty="0">
                <a:solidFill>
                  <a:srgbClr val="000000"/>
                </a:solidFill>
                <a:effectLst/>
                <a:latin typeface="Times New Roman" pitchFamily="-108" charset="0"/>
                <a:ea typeface="ＭＳ Ｐゴシック" pitchFamily="-108" charset="-128"/>
                <a:cs typeface="+mn-cs"/>
              </a:rPr>
              <a:t>transfers, cash back, loyalty points, and so on). These two men had no success</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dirty="0">
                <a:solidFill>
                  <a:srgbClr val="000000"/>
                </a:solidFill>
                <a:effectLst/>
                <a:latin typeface="Times New Roman" pitchFamily="-108" charset="0"/>
                <a:ea typeface="ＭＳ Ｐゴシック" pitchFamily="-108" charset="-128"/>
                <a:cs typeface="+mn-cs"/>
              </a:rPr>
              <a:t>persuading the big banks to take them on as consultants and let them try. they succeeded in garnering the interest of a small regional</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dirty="0">
                <a:solidFill>
                  <a:srgbClr val="000000"/>
                </a:solidFill>
                <a:effectLst/>
                <a:latin typeface="Times New Roman" pitchFamily="-108" charset="0"/>
                <a:ea typeface="ＭＳ Ｐゴシック" pitchFamily="-108" charset="-128"/>
                <a:cs typeface="+mn-cs"/>
              </a:rPr>
              <a:t>Virginia bank: Signet Bank.</a:t>
            </a:r>
          </a:p>
          <a:p>
            <a:endParaRPr lang="en-US" sz="1200" kern="1200" dirty="0">
              <a:solidFill>
                <a:srgbClr val="000000"/>
              </a:solidFill>
              <a:effectLst/>
              <a:latin typeface="Times New Roman" pitchFamily="-108" charset="0"/>
              <a:ea typeface="ＭＳ Ｐゴシック" pitchFamily="-108" charset="-128"/>
              <a:cs typeface="+mn-cs"/>
            </a:endParaRPr>
          </a:p>
          <a:p>
            <a:r>
              <a:rPr lang="en-US" sz="1200" kern="1200" dirty="0">
                <a:solidFill>
                  <a:srgbClr val="000000"/>
                </a:solidFill>
                <a:effectLst/>
                <a:latin typeface="Times New Roman" pitchFamily="-108" charset="0"/>
                <a:ea typeface="ＭＳ Ｐゴシック" pitchFamily="-108" charset="-128"/>
                <a:cs typeface="+mn-cs"/>
              </a:rPr>
              <a:t>You may not have heard of little Signet Bank, but if you’re reading this book you’ve</a:t>
            </a:r>
            <a:r>
              <a:rPr lang="en-US" sz="1200" kern="1200" baseline="0" dirty="0">
                <a:solidFill>
                  <a:srgbClr val="000000"/>
                </a:solidFill>
                <a:effectLst/>
                <a:latin typeface="Times New Roman" pitchFamily="-108" charset="0"/>
                <a:ea typeface="ＭＳ Ｐゴシック" pitchFamily="-108" charset="-128"/>
                <a:cs typeface="+mn-cs"/>
              </a:rPr>
              <a:t> </a:t>
            </a:r>
            <a:r>
              <a:rPr lang="en-US" sz="1200" kern="1200" dirty="0">
                <a:solidFill>
                  <a:srgbClr val="000000"/>
                </a:solidFill>
                <a:effectLst/>
                <a:latin typeface="Times New Roman" pitchFamily="-108" charset="0"/>
                <a:ea typeface="ＭＳ Ｐゴシック" pitchFamily="-108" charset="-128"/>
                <a:cs typeface="+mn-cs"/>
              </a:rPr>
              <a:t>probably heard of the spin-off: Capital One.   I do not have to repeat</a:t>
            </a:r>
            <a:r>
              <a:rPr lang="en-US" sz="1200" kern="1200" baseline="0" dirty="0">
                <a:solidFill>
                  <a:srgbClr val="000000"/>
                </a:solidFill>
                <a:effectLst/>
                <a:latin typeface="Times New Roman" pitchFamily="-108" charset="0"/>
                <a:ea typeface="ＭＳ Ｐゴシック" pitchFamily="-108" charset="-128"/>
                <a:cs typeface="+mn-cs"/>
              </a:rPr>
              <a:t> the success of Capital One bank in customer credit industry.  </a:t>
            </a:r>
            <a:endParaRPr lang="en-US" sz="1200" kern="1200" dirty="0">
              <a:solidFill>
                <a:srgbClr val="000000"/>
              </a:solidFill>
              <a:effectLst/>
              <a:latin typeface="Times New Roman" pitchFamily="-108" charset="0"/>
              <a:ea typeface="ＭＳ Ｐゴシック" pitchFamily="-108" charset="-128"/>
              <a:cs typeface="+mn-cs"/>
            </a:endParaRPr>
          </a:p>
          <a:p>
            <a:endParaRPr lang="en-US" sz="1200" kern="1200" dirty="0">
              <a:solidFill>
                <a:srgbClr val="000000"/>
              </a:solidFill>
              <a:effectLst/>
              <a:latin typeface="Times New Roman" pitchFamily="-108" charset="0"/>
              <a:ea typeface="ＭＳ Ｐゴシック" pitchFamily="-108" charset="-128"/>
              <a:cs typeface="+mn-cs"/>
            </a:endParaRPr>
          </a:p>
          <a:p>
            <a:endParaRPr lang="en-US" sz="1200" kern="1200" dirty="0">
              <a:solidFill>
                <a:srgbClr val="000000"/>
              </a:solidFill>
              <a:effectLst/>
              <a:latin typeface="Times New Roman" pitchFamily="-108" charset="0"/>
              <a:ea typeface="ＭＳ Ｐゴシック" pitchFamily="-108" charset="-128"/>
              <a:cs typeface="+mn-cs"/>
            </a:endParaRPr>
          </a:p>
          <a:p>
            <a:endParaRPr lang="en-US" sz="1200" kern="1200" dirty="0">
              <a:solidFill>
                <a:srgbClr val="000000"/>
              </a:solidFill>
              <a:effectLst/>
              <a:latin typeface="Times New Roman" pitchFamily="-108" charset="0"/>
              <a:ea typeface="ＭＳ Ｐゴシック" pitchFamily="-108" charset="-128"/>
              <a:cs typeface="+mn-cs"/>
            </a:endParaRPr>
          </a:p>
          <a:p>
            <a:endParaRPr lang="en-US" sz="1200" kern="1200" dirty="0">
              <a:solidFill>
                <a:srgbClr val="000000"/>
              </a:solidFill>
              <a:effectLst/>
              <a:latin typeface="Times New Roman" pitchFamily="-108" charset="0"/>
              <a:ea typeface="ＭＳ Ｐゴシック" pitchFamily="-108" charset="-128"/>
              <a:cs typeface="+mn-cs"/>
            </a:endParaRPr>
          </a:p>
          <a:p>
            <a:endParaRPr lang="en-US" sz="1200" kern="1200" dirty="0">
              <a:solidFill>
                <a:srgbClr val="000000"/>
              </a:solidFill>
              <a:effectLst/>
              <a:latin typeface="Times New Roman" pitchFamily="-108" charset="0"/>
              <a:ea typeface="ＭＳ Ｐゴシック" pitchFamily="-108" charset="-128"/>
              <a:cs typeface="+mn-cs"/>
            </a:endParaRPr>
          </a:p>
          <a:p>
            <a:endParaRPr lang="en-US" dirty="0"/>
          </a:p>
        </p:txBody>
      </p:sp>
    </p:spTree>
    <p:extLst>
      <p:ext uri="{BB962C8B-B14F-4D97-AF65-F5344CB8AC3E}">
        <p14:creationId xmlns:p14="http://schemas.microsoft.com/office/powerpoint/2010/main" val="1768903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a:endParaRPr lang="en-US" dirty="0"/>
          </a:p>
        </p:txBody>
      </p:sp>
    </p:spTree>
    <p:extLst>
      <p:ext uri="{BB962C8B-B14F-4D97-AF65-F5344CB8AC3E}">
        <p14:creationId xmlns:p14="http://schemas.microsoft.com/office/powerpoint/2010/main" val="1340433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Chemistry</a:t>
            </a:r>
            <a:r>
              <a:rPr lang="en-US" baseline="0" dirty="0"/>
              <a:t> is not test tubes and elements.  Data Science is not about tools and data.   Culinary is not about food and cooking utensil</a:t>
            </a:r>
            <a:r>
              <a:rPr lang="en-US" baseline="0"/>
              <a:t>.  </a:t>
            </a:r>
            <a:r>
              <a:rPr lang="en-US" sz="1200" kern="1200">
                <a:solidFill>
                  <a:schemeClr val="tx1"/>
                </a:solidFill>
                <a:effectLst/>
                <a:latin typeface="+mn-lt"/>
                <a:ea typeface="+mn-ea"/>
                <a:cs typeface="+mn-cs"/>
              </a:rPr>
              <a:t>Data </a:t>
            </a:r>
            <a:r>
              <a:rPr lang="en-US" sz="1200" kern="1200" dirty="0">
                <a:solidFill>
                  <a:schemeClr val="tx1"/>
                </a:solidFill>
                <a:effectLst/>
                <a:latin typeface="+mn-lt"/>
                <a:ea typeface="+mn-ea"/>
                <a:cs typeface="+mn-cs"/>
              </a:rPr>
              <a:t>science commonly includes</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analytical</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skills and techniques for understanding data, popular tools used</a:t>
            </a:r>
            <a:r>
              <a:rPr lang="en-US" sz="1200" kern="1200" baseline="0" dirty="0">
                <a:solidFill>
                  <a:schemeClr val="tx1"/>
                </a:solidFill>
                <a:effectLst/>
                <a:latin typeface="+mn-lt"/>
                <a:ea typeface="+mn-ea"/>
                <a:cs typeface="+mn-cs"/>
              </a:rPr>
              <a:t> (You have to master some tools to have practical experience),  and good quality of data,   most important (creation, theory, principals).     Different peoples derives different results from the same set of data. </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a:t>
            </a:fld>
            <a:endParaRPr lang="en-US"/>
          </a:p>
        </p:txBody>
      </p:sp>
    </p:spTree>
    <p:extLst>
      <p:ext uri="{BB962C8B-B14F-4D97-AF65-F5344CB8AC3E}">
        <p14:creationId xmlns:p14="http://schemas.microsoft.com/office/powerpoint/2010/main" val="333203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xfrm>
            <a:off x="924473" y="3329223"/>
            <a:ext cx="7374430" cy="31544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en-US" altLang="en-US" dirty="0"/>
              <a:t>The science here: complexity, data structure, algorithmic details, domains specific (market efficiency theory and efficient market hypothesis (EMH), Black-Scholes model)</a:t>
            </a:r>
          </a:p>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en-US" altLang="en-US" dirty="0"/>
              <a:t>Craft:  Particular tools, algorithms, and data mining systems</a:t>
            </a:r>
          </a:p>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en-US" altLang="en-US" dirty="0"/>
              <a:t>Creative:  from your business sense (which signal is essential)?</a:t>
            </a:r>
          </a:p>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en-US" altLang="en-US" dirty="0"/>
              <a:t>Common Sense:  Whether you approach, data selection and the outcomes make sense?  It is a trade-off between trivially obvious and profoundly specific. </a:t>
            </a:r>
            <a:endParaRPr lang="en-US" altLang="en-US" baseline="0" dirty="0"/>
          </a:p>
        </p:txBody>
      </p:sp>
    </p:spTree>
    <p:extLst>
      <p:ext uri="{BB962C8B-B14F-4D97-AF65-F5344CB8AC3E}">
        <p14:creationId xmlns:p14="http://schemas.microsoft.com/office/powerpoint/2010/main" val="20881796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a:r>
              <a:rPr lang="en-US" dirty="0"/>
              <a:t>Everyone</a:t>
            </a:r>
            <a:r>
              <a:rPr lang="en-US" baseline="0" dirty="0"/>
              <a:t> talks about the big data,  Vs, </a:t>
            </a:r>
          </a:p>
          <a:p>
            <a:pPr rtl="0"/>
            <a:r>
              <a:rPr lang="en-US" baseline="0" dirty="0"/>
              <a:t>Powerful computers,   </a:t>
            </a:r>
            <a:r>
              <a:rPr lang="en-US" baseline="0" dirty="0" err="1"/>
              <a:t>Nvidia</a:t>
            </a:r>
            <a:r>
              <a:rPr lang="en-US" baseline="0" dirty="0"/>
              <a:t> GPUs, Moore Laws,  Neural Chips for hardware accelerations. </a:t>
            </a:r>
          </a:p>
          <a:p>
            <a:pPr rtl="0"/>
            <a:r>
              <a:rPr lang="en-US" baseline="0" dirty="0"/>
              <a:t>Better algorithms:   power statistical optimization algorithms, deep neural networks for feature extractions, classifications and regressions.</a:t>
            </a:r>
            <a:endParaRPr lang="en-US" dirty="0"/>
          </a:p>
        </p:txBody>
      </p:sp>
    </p:spTree>
    <p:extLst>
      <p:ext uri="{BB962C8B-B14F-4D97-AF65-F5344CB8AC3E}">
        <p14:creationId xmlns:p14="http://schemas.microsoft.com/office/powerpoint/2010/main" val="879281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a:endParaRPr lang="en-US" dirty="0"/>
          </a:p>
        </p:txBody>
      </p:sp>
    </p:spTree>
    <p:extLst>
      <p:ext uri="{BB962C8B-B14F-4D97-AF65-F5344CB8AC3E}">
        <p14:creationId xmlns:p14="http://schemas.microsoft.com/office/powerpoint/2010/main" val="1160896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1025270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FAA1BF-909E-402A-B897-411B070388AF}" type="slidenum">
              <a:rPr lang="en-US" smtClean="0"/>
              <a:t>9</a:t>
            </a:fld>
            <a:endParaRPr lang="en-US"/>
          </a:p>
        </p:txBody>
      </p:sp>
    </p:spTree>
    <p:extLst>
      <p:ext uri="{BB962C8B-B14F-4D97-AF65-F5344CB8AC3E}">
        <p14:creationId xmlns:p14="http://schemas.microsoft.com/office/powerpoint/2010/main" val="2705293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27484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11</a:t>
            </a:fld>
            <a:endParaRPr lang="en-IE"/>
          </a:p>
        </p:txBody>
      </p:sp>
    </p:spTree>
    <p:extLst>
      <p:ext uri="{BB962C8B-B14F-4D97-AF65-F5344CB8AC3E}">
        <p14:creationId xmlns:p14="http://schemas.microsoft.com/office/powerpoint/2010/main" val="11331966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12</a:t>
            </a:fld>
            <a:endParaRPr lang="en-IE"/>
          </a:p>
        </p:txBody>
      </p:sp>
    </p:spTree>
    <p:extLst>
      <p:ext uri="{BB962C8B-B14F-4D97-AF65-F5344CB8AC3E}">
        <p14:creationId xmlns:p14="http://schemas.microsoft.com/office/powerpoint/2010/main" val="627555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13</a:t>
            </a:fld>
            <a:endParaRPr lang="en-IE"/>
          </a:p>
        </p:txBody>
      </p:sp>
    </p:spTree>
    <p:extLst>
      <p:ext uri="{BB962C8B-B14F-4D97-AF65-F5344CB8AC3E}">
        <p14:creationId xmlns:p14="http://schemas.microsoft.com/office/powerpoint/2010/main" val="2024248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14</a:t>
            </a:fld>
            <a:endParaRPr lang="en-IE"/>
          </a:p>
        </p:txBody>
      </p:sp>
    </p:spTree>
    <p:extLst>
      <p:ext uri="{BB962C8B-B14F-4D97-AF65-F5344CB8AC3E}">
        <p14:creationId xmlns:p14="http://schemas.microsoft.com/office/powerpoint/2010/main" val="271993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15</a:t>
            </a:fld>
            <a:endParaRPr lang="en-IE"/>
          </a:p>
        </p:txBody>
      </p:sp>
    </p:spTree>
    <p:extLst>
      <p:ext uri="{BB962C8B-B14F-4D97-AF65-F5344CB8AC3E}">
        <p14:creationId xmlns:p14="http://schemas.microsoft.com/office/powerpoint/2010/main" val="1307517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i="1">
                <a:solidFill>
                  <a:schemeClr val="tx1"/>
                </a:solidFill>
                <a:latin typeface="Arial" pitchFamily="34" charset="0"/>
              </a:defRPr>
            </a:lvl1pPr>
            <a:lvl2pPr marL="742950" indent="-285750" defTabSz="922338">
              <a:defRPr i="1">
                <a:solidFill>
                  <a:schemeClr val="tx1"/>
                </a:solidFill>
                <a:latin typeface="Arial" pitchFamily="34" charset="0"/>
              </a:defRPr>
            </a:lvl2pPr>
            <a:lvl3pPr marL="1143000" indent="-228600" defTabSz="922338">
              <a:defRPr i="1">
                <a:solidFill>
                  <a:schemeClr val="tx1"/>
                </a:solidFill>
                <a:latin typeface="Arial" pitchFamily="34" charset="0"/>
              </a:defRPr>
            </a:lvl3pPr>
            <a:lvl4pPr marL="1600200" indent="-228600" defTabSz="922338">
              <a:defRPr i="1">
                <a:solidFill>
                  <a:schemeClr val="tx1"/>
                </a:solidFill>
                <a:latin typeface="Arial" pitchFamily="34" charset="0"/>
              </a:defRPr>
            </a:lvl4pPr>
            <a:lvl5pPr marL="2057400" indent="-228600" defTabSz="922338">
              <a:defRPr i="1">
                <a:solidFill>
                  <a:schemeClr val="tx1"/>
                </a:solidFill>
                <a:latin typeface="Arial" pitchFamily="34" charset="0"/>
              </a:defRPr>
            </a:lvl5pPr>
            <a:lvl6pPr marL="2514600" indent="-228600" algn="r" defTabSz="922338" eaLnBrk="0" fontAlgn="base" hangingPunct="0">
              <a:spcBef>
                <a:spcPct val="0"/>
              </a:spcBef>
              <a:spcAft>
                <a:spcPct val="0"/>
              </a:spcAft>
              <a:defRPr i="1">
                <a:solidFill>
                  <a:schemeClr val="tx1"/>
                </a:solidFill>
                <a:latin typeface="Arial" pitchFamily="34" charset="0"/>
              </a:defRPr>
            </a:lvl6pPr>
            <a:lvl7pPr marL="2971800" indent="-228600" algn="r" defTabSz="922338" eaLnBrk="0" fontAlgn="base" hangingPunct="0">
              <a:spcBef>
                <a:spcPct val="0"/>
              </a:spcBef>
              <a:spcAft>
                <a:spcPct val="0"/>
              </a:spcAft>
              <a:defRPr i="1">
                <a:solidFill>
                  <a:schemeClr val="tx1"/>
                </a:solidFill>
                <a:latin typeface="Arial" pitchFamily="34" charset="0"/>
              </a:defRPr>
            </a:lvl7pPr>
            <a:lvl8pPr marL="3429000" indent="-228600" algn="r" defTabSz="922338" eaLnBrk="0" fontAlgn="base" hangingPunct="0">
              <a:spcBef>
                <a:spcPct val="0"/>
              </a:spcBef>
              <a:spcAft>
                <a:spcPct val="0"/>
              </a:spcAft>
              <a:defRPr i="1">
                <a:solidFill>
                  <a:schemeClr val="tx1"/>
                </a:solidFill>
                <a:latin typeface="Arial" pitchFamily="34" charset="0"/>
              </a:defRPr>
            </a:lvl8pPr>
            <a:lvl9pPr marL="3886200" indent="-228600" algn="r" defTabSz="922338" eaLnBrk="0" fontAlgn="base" hangingPunct="0">
              <a:spcBef>
                <a:spcPct val="0"/>
              </a:spcBef>
              <a:spcAft>
                <a:spcPct val="0"/>
              </a:spcAft>
              <a:defRPr i="1">
                <a:solidFill>
                  <a:schemeClr val="tx1"/>
                </a:solidFill>
                <a:latin typeface="Arial" pitchFamily="34" charset="0"/>
              </a:defRPr>
            </a:lvl9pPr>
          </a:lstStyle>
          <a:p>
            <a:fld id="{B769DA9D-202A-4A4C-A217-27806BB3352B}" type="slidenum">
              <a:rPr lang="en-US" i="0" smtClean="0"/>
              <a:pPr/>
              <a:t>16</a:t>
            </a:fld>
            <a:endParaRPr lang="en-US" i="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617155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i="1">
                <a:solidFill>
                  <a:schemeClr val="tx1"/>
                </a:solidFill>
                <a:latin typeface="Arial" pitchFamily="34" charset="0"/>
              </a:defRPr>
            </a:lvl1pPr>
            <a:lvl2pPr marL="742950" indent="-285750" defTabSz="922338">
              <a:defRPr i="1">
                <a:solidFill>
                  <a:schemeClr val="tx1"/>
                </a:solidFill>
                <a:latin typeface="Arial" pitchFamily="34" charset="0"/>
              </a:defRPr>
            </a:lvl2pPr>
            <a:lvl3pPr marL="1143000" indent="-228600" defTabSz="922338">
              <a:defRPr i="1">
                <a:solidFill>
                  <a:schemeClr val="tx1"/>
                </a:solidFill>
                <a:latin typeface="Arial" pitchFamily="34" charset="0"/>
              </a:defRPr>
            </a:lvl3pPr>
            <a:lvl4pPr marL="1600200" indent="-228600" defTabSz="922338">
              <a:defRPr i="1">
                <a:solidFill>
                  <a:schemeClr val="tx1"/>
                </a:solidFill>
                <a:latin typeface="Arial" pitchFamily="34" charset="0"/>
              </a:defRPr>
            </a:lvl4pPr>
            <a:lvl5pPr marL="2057400" indent="-228600" defTabSz="922338">
              <a:defRPr i="1">
                <a:solidFill>
                  <a:schemeClr val="tx1"/>
                </a:solidFill>
                <a:latin typeface="Arial" pitchFamily="34" charset="0"/>
              </a:defRPr>
            </a:lvl5pPr>
            <a:lvl6pPr marL="2514600" indent="-228600" algn="r" defTabSz="922338" eaLnBrk="0" fontAlgn="base" hangingPunct="0">
              <a:spcBef>
                <a:spcPct val="0"/>
              </a:spcBef>
              <a:spcAft>
                <a:spcPct val="0"/>
              </a:spcAft>
              <a:defRPr i="1">
                <a:solidFill>
                  <a:schemeClr val="tx1"/>
                </a:solidFill>
                <a:latin typeface="Arial" pitchFamily="34" charset="0"/>
              </a:defRPr>
            </a:lvl6pPr>
            <a:lvl7pPr marL="2971800" indent="-228600" algn="r" defTabSz="922338" eaLnBrk="0" fontAlgn="base" hangingPunct="0">
              <a:spcBef>
                <a:spcPct val="0"/>
              </a:spcBef>
              <a:spcAft>
                <a:spcPct val="0"/>
              </a:spcAft>
              <a:defRPr i="1">
                <a:solidFill>
                  <a:schemeClr val="tx1"/>
                </a:solidFill>
                <a:latin typeface="Arial" pitchFamily="34" charset="0"/>
              </a:defRPr>
            </a:lvl7pPr>
            <a:lvl8pPr marL="3429000" indent="-228600" algn="r" defTabSz="922338" eaLnBrk="0" fontAlgn="base" hangingPunct="0">
              <a:spcBef>
                <a:spcPct val="0"/>
              </a:spcBef>
              <a:spcAft>
                <a:spcPct val="0"/>
              </a:spcAft>
              <a:defRPr i="1">
                <a:solidFill>
                  <a:schemeClr val="tx1"/>
                </a:solidFill>
                <a:latin typeface="Arial" pitchFamily="34" charset="0"/>
              </a:defRPr>
            </a:lvl8pPr>
            <a:lvl9pPr marL="3886200" indent="-228600" algn="r" defTabSz="922338" eaLnBrk="0" fontAlgn="base" hangingPunct="0">
              <a:spcBef>
                <a:spcPct val="0"/>
              </a:spcBef>
              <a:spcAft>
                <a:spcPct val="0"/>
              </a:spcAft>
              <a:defRPr i="1">
                <a:solidFill>
                  <a:schemeClr val="tx1"/>
                </a:solidFill>
                <a:latin typeface="Arial" pitchFamily="34" charset="0"/>
              </a:defRPr>
            </a:lvl9pPr>
          </a:lstStyle>
          <a:p>
            <a:fld id="{7DFD4DDA-4FEE-4ECB-9BDB-5B4EA52779A2}" type="slidenum">
              <a:rPr lang="en-US" altLang="en-US" i="0" smtClean="0"/>
              <a:pPr/>
              <a:t>17</a:t>
            </a:fld>
            <a:endParaRPr lang="en-US" altLang="en-US" i="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572009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18</a:t>
            </a:fld>
            <a:endParaRPr lang="en-IE"/>
          </a:p>
        </p:txBody>
      </p:sp>
    </p:spTree>
    <p:extLst>
      <p:ext uri="{BB962C8B-B14F-4D97-AF65-F5344CB8AC3E}">
        <p14:creationId xmlns:p14="http://schemas.microsoft.com/office/powerpoint/2010/main" val="7816058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19</a:t>
            </a:fld>
            <a:endParaRPr lang="en-IE"/>
          </a:p>
        </p:txBody>
      </p:sp>
    </p:spTree>
    <p:extLst>
      <p:ext uri="{BB962C8B-B14F-4D97-AF65-F5344CB8AC3E}">
        <p14:creationId xmlns:p14="http://schemas.microsoft.com/office/powerpoint/2010/main" val="55193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dirty="0"/>
              <a:t>targeted ad is relevant to the audience</a:t>
            </a:r>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20</a:t>
            </a:fld>
            <a:endParaRPr lang="en-IE"/>
          </a:p>
        </p:txBody>
      </p:sp>
    </p:spTree>
    <p:extLst>
      <p:ext uri="{BB962C8B-B14F-4D97-AF65-F5344CB8AC3E}">
        <p14:creationId xmlns:p14="http://schemas.microsoft.com/office/powerpoint/2010/main" val="7998002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t>
            </a:r>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21</a:t>
            </a:fld>
            <a:endParaRPr lang="en-IE"/>
          </a:p>
        </p:txBody>
      </p:sp>
    </p:spTree>
    <p:extLst>
      <p:ext uri="{BB962C8B-B14F-4D97-AF65-F5344CB8AC3E}">
        <p14:creationId xmlns:p14="http://schemas.microsoft.com/office/powerpoint/2010/main" val="17489498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22</a:t>
            </a:fld>
            <a:endParaRPr lang="en-IE"/>
          </a:p>
        </p:txBody>
      </p:sp>
    </p:spTree>
    <p:extLst>
      <p:ext uri="{BB962C8B-B14F-4D97-AF65-F5344CB8AC3E}">
        <p14:creationId xmlns:p14="http://schemas.microsoft.com/office/powerpoint/2010/main" val="5355631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23</a:t>
            </a:fld>
            <a:endParaRPr lang="en-IE"/>
          </a:p>
        </p:txBody>
      </p:sp>
    </p:spTree>
    <p:extLst>
      <p:ext uri="{BB962C8B-B14F-4D97-AF65-F5344CB8AC3E}">
        <p14:creationId xmlns:p14="http://schemas.microsoft.com/office/powerpoint/2010/main" val="967294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24</a:t>
            </a:fld>
            <a:endParaRPr lang="en-IE"/>
          </a:p>
        </p:txBody>
      </p:sp>
    </p:spTree>
    <p:extLst>
      <p:ext uri="{BB962C8B-B14F-4D97-AF65-F5344CB8AC3E}">
        <p14:creationId xmlns:p14="http://schemas.microsoft.com/office/powerpoint/2010/main" val="18620645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34342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596818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itchFamily="34" charset="0"/>
                <a:cs typeface="Arial" pitchFamily="34" charset="0"/>
              </a:rPr>
              <a:t>Why define margin as distance to the closest example, why not avg. or something else?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itchFamily="34" charset="0"/>
                <a:cs typeface="Arial" pitchFamily="34" charset="0"/>
              </a:rPr>
              <a:t>Purely theoretical</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29</a:t>
            </a:fld>
            <a:endParaRPr lang="en-US"/>
          </a:p>
        </p:txBody>
      </p:sp>
    </p:spTree>
    <p:extLst>
      <p:ext uri="{BB962C8B-B14F-4D97-AF65-F5344CB8AC3E}">
        <p14:creationId xmlns:p14="http://schemas.microsoft.com/office/powerpoint/2010/main" val="10717110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a:solidFill>
                  <a:schemeClr val="tx1"/>
                </a:solidFill>
                <a:latin typeface="Arial" charset="0"/>
                <a:ea typeface="MS PGothic" charset="0"/>
                <a:cs typeface="MS PGothic" charset="0"/>
              </a:defRPr>
            </a:lvl1pPr>
            <a:lvl2pPr marL="742950" indent="-285750" defTabSz="917575">
              <a:defRPr sz="2400">
                <a:solidFill>
                  <a:schemeClr val="tx1"/>
                </a:solidFill>
                <a:latin typeface="Arial" charset="0"/>
                <a:ea typeface="MS PGothic" charset="0"/>
                <a:cs typeface="MS PGothic" charset="0"/>
              </a:defRPr>
            </a:lvl2pPr>
            <a:lvl3pPr marL="1143000" indent="-228600" defTabSz="917575">
              <a:defRPr sz="2400">
                <a:solidFill>
                  <a:schemeClr val="tx1"/>
                </a:solidFill>
                <a:latin typeface="Arial" charset="0"/>
                <a:ea typeface="MS PGothic" charset="0"/>
                <a:cs typeface="MS PGothic" charset="0"/>
              </a:defRPr>
            </a:lvl3pPr>
            <a:lvl4pPr marL="1600200" indent="-228600" defTabSz="917575">
              <a:defRPr sz="2400">
                <a:solidFill>
                  <a:schemeClr val="tx1"/>
                </a:solidFill>
                <a:latin typeface="Arial" charset="0"/>
                <a:ea typeface="MS PGothic" charset="0"/>
                <a:cs typeface="MS PGothic" charset="0"/>
              </a:defRPr>
            </a:lvl4pPr>
            <a:lvl5pPr marL="2057400" indent="-228600" defTabSz="917575">
              <a:defRPr sz="2400">
                <a:solidFill>
                  <a:schemeClr val="tx1"/>
                </a:solidFill>
                <a:latin typeface="Arial" charset="0"/>
                <a:ea typeface="MS PGothic" charset="0"/>
                <a:cs typeface="MS PGothic" charset="0"/>
              </a:defRPr>
            </a:lvl5pPr>
            <a:lvl6pPr marL="2514600" indent="-228600" defTabSz="917575" eaLnBrk="0" fontAlgn="base" hangingPunct="0">
              <a:spcBef>
                <a:spcPct val="0"/>
              </a:spcBef>
              <a:spcAft>
                <a:spcPct val="0"/>
              </a:spcAft>
              <a:defRPr sz="2400">
                <a:solidFill>
                  <a:schemeClr val="tx1"/>
                </a:solidFill>
                <a:latin typeface="Arial" charset="0"/>
                <a:ea typeface="MS PGothic" charset="0"/>
                <a:cs typeface="MS PGothic" charset="0"/>
              </a:defRPr>
            </a:lvl6pPr>
            <a:lvl7pPr marL="2971800" indent="-228600" defTabSz="917575" eaLnBrk="0" fontAlgn="base" hangingPunct="0">
              <a:spcBef>
                <a:spcPct val="0"/>
              </a:spcBef>
              <a:spcAft>
                <a:spcPct val="0"/>
              </a:spcAft>
              <a:defRPr sz="2400">
                <a:solidFill>
                  <a:schemeClr val="tx1"/>
                </a:solidFill>
                <a:latin typeface="Arial" charset="0"/>
                <a:ea typeface="MS PGothic" charset="0"/>
                <a:cs typeface="MS PGothic" charset="0"/>
              </a:defRPr>
            </a:lvl7pPr>
            <a:lvl8pPr marL="3429000" indent="-228600" defTabSz="917575" eaLnBrk="0" fontAlgn="base" hangingPunct="0">
              <a:spcBef>
                <a:spcPct val="0"/>
              </a:spcBef>
              <a:spcAft>
                <a:spcPct val="0"/>
              </a:spcAft>
              <a:defRPr sz="2400">
                <a:solidFill>
                  <a:schemeClr val="tx1"/>
                </a:solidFill>
                <a:latin typeface="Arial" charset="0"/>
                <a:ea typeface="MS PGothic" charset="0"/>
                <a:cs typeface="MS PGothic" charset="0"/>
              </a:defRPr>
            </a:lvl8pPr>
            <a:lvl9pPr marL="3886200" indent="-228600" defTabSz="917575" eaLnBrk="0" fontAlgn="base" hangingPunct="0">
              <a:spcBef>
                <a:spcPct val="0"/>
              </a:spcBef>
              <a:spcAft>
                <a:spcPct val="0"/>
              </a:spcAft>
              <a:defRPr sz="2400">
                <a:solidFill>
                  <a:schemeClr val="tx1"/>
                </a:solidFill>
                <a:latin typeface="Arial" charset="0"/>
                <a:ea typeface="MS PGothic" charset="0"/>
                <a:cs typeface="MS PGothic" charset="0"/>
              </a:defRPr>
            </a:lvl9pPr>
          </a:lstStyle>
          <a:p>
            <a:fld id="{20BF59F2-A38C-7B42-A279-0E216A1B582F}" type="slidenum">
              <a:rPr lang="en-US" sz="1200">
                <a:latin typeface="Times New Roman" charset="0"/>
                <a:ea typeface="ＭＳ Ｐゴシック" charset="0"/>
                <a:cs typeface="ＭＳ Ｐゴシック" charset="0"/>
              </a:rPr>
              <a:pPr/>
              <a:t>30</a:t>
            </a:fld>
            <a:endParaRPr lang="en-US" sz="1200">
              <a:latin typeface="Times New Roman" charset="0"/>
              <a:ea typeface="ＭＳ Ｐゴシック" charset="0"/>
              <a:cs typeface="ＭＳ Ｐゴシック" charset="0"/>
            </a:endParaRPr>
          </a:p>
        </p:txBody>
      </p:sp>
      <p:sp>
        <p:nvSpPr>
          <p:cNvPr id="95235"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Times New Roman" charset="0"/>
              <a:ea typeface="MS PGothic" charset="0"/>
            </a:endParaRPr>
          </a:p>
        </p:txBody>
      </p:sp>
    </p:spTree>
    <p:extLst>
      <p:ext uri="{BB962C8B-B14F-4D97-AF65-F5344CB8AC3E}">
        <p14:creationId xmlns:p14="http://schemas.microsoft.com/office/powerpoint/2010/main" val="12890026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a:defRPr sz="2400">
                <a:solidFill>
                  <a:schemeClr val="tx1"/>
                </a:solidFill>
                <a:latin typeface="Arial" charset="0"/>
                <a:ea typeface="MS PGothic" charset="-128"/>
              </a:defRPr>
            </a:lvl1pPr>
            <a:lvl2pPr marL="742950" indent="-285750">
              <a:defRPr sz="2400">
                <a:solidFill>
                  <a:schemeClr val="tx1"/>
                </a:solidFill>
                <a:latin typeface="Arial" charset="0"/>
                <a:ea typeface="MS PGothic" charset="-128"/>
              </a:defRPr>
            </a:lvl2pPr>
            <a:lvl3pPr marL="1143000" indent="-228600">
              <a:defRPr sz="2400">
                <a:solidFill>
                  <a:schemeClr val="tx1"/>
                </a:solidFill>
                <a:latin typeface="Arial" charset="0"/>
                <a:ea typeface="MS PGothic" charset="-128"/>
              </a:defRPr>
            </a:lvl3pPr>
            <a:lvl4pPr marL="1600200" indent="-228600">
              <a:defRPr sz="2400">
                <a:solidFill>
                  <a:schemeClr val="tx1"/>
                </a:solidFill>
                <a:latin typeface="Arial" charset="0"/>
                <a:ea typeface="MS PGothic" charset="-128"/>
              </a:defRPr>
            </a:lvl4pPr>
            <a:lvl5pPr marL="2057400" indent="-228600">
              <a:defRPr sz="2400">
                <a:solidFill>
                  <a:schemeClr val="tx1"/>
                </a:solidFill>
                <a:latin typeface="Arial" charset="0"/>
                <a:ea typeface="MS PGothic" charset="-128"/>
              </a:defRPr>
            </a:lvl5pPr>
            <a:lvl6pPr marL="2514600" indent="-228600" eaLnBrk="0" fontAlgn="base" hangingPunct="0">
              <a:spcBef>
                <a:spcPct val="0"/>
              </a:spcBef>
              <a:spcAft>
                <a:spcPct val="0"/>
              </a:spcAft>
              <a:defRPr sz="2400">
                <a:solidFill>
                  <a:schemeClr val="tx1"/>
                </a:solidFill>
                <a:latin typeface="Arial" charset="0"/>
                <a:ea typeface="MS PGothic" charset="-128"/>
              </a:defRPr>
            </a:lvl6pPr>
            <a:lvl7pPr marL="2971800" indent="-228600" eaLnBrk="0" fontAlgn="base" hangingPunct="0">
              <a:spcBef>
                <a:spcPct val="0"/>
              </a:spcBef>
              <a:spcAft>
                <a:spcPct val="0"/>
              </a:spcAft>
              <a:defRPr sz="2400">
                <a:solidFill>
                  <a:schemeClr val="tx1"/>
                </a:solidFill>
                <a:latin typeface="Arial" charset="0"/>
                <a:ea typeface="MS PGothic" charset="-128"/>
              </a:defRPr>
            </a:lvl7pPr>
            <a:lvl8pPr marL="3429000" indent="-228600" eaLnBrk="0" fontAlgn="base" hangingPunct="0">
              <a:spcBef>
                <a:spcPct val="0"/>
              </a:spcBef>
              <a:spcAft>
                <a:spcPct val="0"/>
              </a:spcAft>
              <a:defRPr sz="2400">
                <a:solidFill>
                  <a:schemeClr val="tx1"/>
                </a:solidFill>
                <a:latin typeface="Arial" charset="0"/>
                <a:ea typeface="MS PGothic" charset="-128"/>
              </a:defRPr>
            </a:lvl8pPr>
            <a:lvl9pPr marL="3886200" indent="-228600" eaLnBrk="0" fontAlgn="base" hangingPunct="0">
              <a:spcBef>
                <a:spcPct val="0"/>
              </a:spcBef>
              <a:spcAft>
                <a:spcPct val="0"/>
              </a:spcAft>
              <a:defRPr sz="2400">
                <a:solidFill>
                  <a:schemeClr val="tx1"/>
                </a:solidFill>
                <a:latin typeface="Arial" charset="0"/>
                <a:ea typeface="MS PGothic" charset="-128"/>
              </a:defRPr>
            </a:lvl9pPr>
          </a:lstStyle>
          <a:p>
            <a:fld id="{2E9F0D51-A03F-4F49-B40E-84DC14DE7D23}" type="slidenum">
              <a:rPr lang="en-US" altLang="en-US" sz="1200"/>
              <a:pPr/>
              <a:t>31</a:t>
            </a:fld>
            <a:endParaRPr lang="en-US" altLang="en-US" sz="120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endParaRPr lang="en-US" altLang="en-US">
              <a:ea typeface="MS PGothic" charset="-128"/>
            </a:endParaRPr>
          </a:p>
        </p:txBody>
      </p:sp>
    </p:spTree>
    <p:extLst>
      <p:ext uri="{BB962C8B-B14F-4D97-AF65-F5344CB8AC3E}">
        <p14:creationId xmlns:p14="http://schemas.microsoft.com/office/powerpoint/2010/main" val="21312956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a:defRPr sz="2400">
                <a:solidFill>
                  <a:schemeClr val="tx1"/>
                </a:solidFill>
                <a:latin typeface="Arial" charset="0"/>
                <a:ea typeface="MS PGothic" charset="-128"/>
              </a:defRPr>
            </a:lvl1pPr>
            <a:lvl2pPr marL="742950" indent="-285750">
              <a:defRPr sz="2400">
                <a:solidFill>
                  <a:schemeClr val="tx1"/>
                </a:solidFill>
                <a:latin typeface="Arial" charset="0"/>
                <a:ea typeface="MS PGothic" charset="-128"/>
              </a:defRPr>
            </a:lvl2pPr>
            <a:lvl3pPr marL="1143000" indent="-228600">
              <a:defRPr sz="2400">
                <a:solidFill>
                  <a:schemeClr val="tx1"/>
                </a:solidFill>
                <a:latin typeface="Arial" charset="0"/>
                <a:ea typeface="MS PGothic" charset="-128"/>
              </a:defRPr>
            </a:lvl3pPr>
            <a:lvl4pPr marL="1600200" indent="-228600">
              <a:defRPr sz="2400">
                <a:solidFill>
                  <a:schemeClr val="tx1"/>
                </a:solidFill>
                <a:latin typeface="Arial" charset="0"/>
                <a:ea typeface="MS PGothic" charset="-128"/>
              </a:defRPr>
            </a:lvl4pPr>
            <a:lvl5pPr marL="2057400" indent="-228600">
              <a:defRPr sz="2400">
                <a:solidFill>
                  <a:schemeClr val="tx1"/>
                </a:solidFill>
                <a:latin typeface="Arial" charset="0"/>
                <a:ea typeface="MS PGothic" charset="-128"/>
              </a:defRPr>
            </a:lvl5pPr>
            <a:lvl6pPr marL="2514600" indent="-228600" eaLnBrk="0" fontAlgn="base" hangingPunct="0">
              <a:spcBef>
                <a:spcPct val="0"/>
              </a:spcBef>
              <a:spcAft>
                <a:spcPct val="0"/>
              </a:spcAft>
              <a:defRPr sz="2400">
                <a:solidFill>
                  <a:schemeClr val="tx1"/>
                </a:solidFill>
                <a:latin typeface="Arial" charset="0"/>
                <a:ea typeface="MS PGothic" charset="-128"/>
              </a:defRPr>
            </a:lvl6pPr>
            <a:lvl7pPr marL="2971800" indent="-228600" eaLnBrk="0" fontAlgn="base" hangingPunct="0">
              <a:spcBef>
                <a:spcPct val="0"/>
              </a:spcBef>
              <a:spcAft>
                <a:spcPct val="0"/>
              </a:spcAft>
              <a:defRPr sz="2400">
                <a:solidFill>
                  <a:schemeClr val="tx1"/>
                </a:solidFill>
                <a:latin typeface="Arial" charset="0"/>
                <a:ea typeface="MS PGothic" charset="-128"/>
              </a:defRPr>
            </a:lvl7pPr>
            <a:lvl8pPr marL="3429000" indent="-228600" eaLnBrk="0" fontAlgn="base" hangingPunct="0">
              <a:spcBef>
                <a:spcPct val="0"/>
              </a:spcBef>
              <a:spcAft>
                <a:spcPct val="0"/>
              </a:spcAft>
              <a:defRPr sz="2400">
                <a:solidFill>
                  <a:schemeClr val="tx1"/>
                </a:solidFill>
                <a:latin typeface="Arial" charset="0"/>
                <a:ea typeface="MS PGothic" charset="-128"/>
              </a:defRPr>
            </a:lvl8pPr>
            <a:lvl9pPr marL="3886200" indent="-228600" eaLnBrk="0" fontAlgn="base" hangingPunct="0">
              <a:spcBef>
                <a:spcPct val="0"/>
              </a:spcBef>
              <a:spcAft>
                <a:spcPct val="0"/>
              </a:spcAft>
              <a:defRPr sz="2400">
                <a:solidFill>
                  <a:schemeClr val="tx1"/>
                </a:solidFill>
                <a:latin typeface="Arial" charset="0"/>
                <a:ea typeface="MS PGothic" charset="-128"/>
              </a:defRPr>
            </a:lvl9pPr>
          </a:lstStyle>
          <a:p>
            <a:fld id="{B0DFE3F6-5897-0249-AAC2-902D1D3BF789}" type="slidenum">
              <a:rPr lang="en-US" altLang="en-US" sz="1200"/>
              <a:pPr/>
              <a:t>32</a:t>
            </a:fld>
            <a:endParaRPr lang="en-US" altLang="en-US" sz="120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endParaRPr lang="en-US" altLang="en-US">
              <a:ea typeface="MS PGothic" charset="-128"/>
            </a:endParaRPr>
          </a:p>
        </p:txBody>
      </p:sp>
    </p:spTree>
    <p:extLst>
      <p:ext uri="{BB962C8B-B14F-4D97-AF65-F5344CB8AC3E}">
        <p14:creationId xmlns:p14="http://schemas.microsoft.com/office/powerpoint/2010/main" val="16274129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a:defRPr sz="2400">
                <a:solidFill>
                  <a:schemeClr val="tx1"/>
                </a:solidFill>
                <a:latin typeface="Arial" charset="0"/>
                <a:ea typeface="MS PGothic" charset="-128"/>
              </a:defRPr>
            </a:lvl1pPr>
            <a:lvl2pPr marL="742950" indent="-285750">
              <a:defRPr sz="2400">
                <a:solidFill>
                  <a:schemeClr val="tx1"/>
                </a:solidFill>
                <a:latin typeface="Arial" charset="0"/>
                <a:ea typeface="MS PGothic" charset="-128"/>
              </a:defRPr>
            </a:lvl2pPr>
            <a:lvl3pPr marL="1143000" indent="-228600">
              <a:defRPr sz="2400">
                <a:solidFill>
                  <a:schemeClr val="tx1"/>
                </a:solidFill>
                <a:latin typeface="Arial" charset="0"/>
                <a:ea typeface="MS PGothic" charset="-128"/>
              </a:defRPr>
            </a:lvl3pPr>
            <a:lvl4pPr marL="1600200" indent="-228600">
              <a:defRPr sz="2400">
                <a:solidFill>
                  <a:schemeClr val="tx1"/>
                </a:solidFill>
                <a:latin typeface="Arial" charset="0"/>
                <a:ea typeface="MS PGothic" charset="-128"/>
              </a:defRPr>
            </a:lvl4pPr>
            <a:lvl5pPr marL="2057400" indent="-228600">
              <a:defRPr sz="2400">
                <a:solidFill>
                  <a:schemeClr val="tx1"/>
                </a:solidFill>
                <a:latin typeface="Arial" charset="0"/>
                <a:ea typeface="MS PGothic" charset="-128"/>
              </a:defRPr>
            </a:lvl5pPr>
            <a:lvl6pPr marL="2514600" indent="-228600" eaLnBrk="0" fontAlgn="base" hangingPunct="0">
              <a:spcBef>
                <a:spcPct val="0"/>
              </a:spcBef>
              <a:spcAft>
                <a:spcPct val="0"/>
              </a:spcAft>
              <a:defRPr sz="2400">
                <a:solidFill>
                  <a:schemeClr val="tx1"/>
                </a:solidFill>
                <a:latin typeface="Arial" charset="0"/>
                <a:ea typeface="MS PGothic" charset="-128"/>
              </a:defRPr>
            </a:lvl6pPr>
            <a:lvl7pPr marL="2971800" indent="-228600" eaLnBrk="0" fontAlgn="base" hangingPunct="0">
              <a:spcBef>
                <a:spcPct val="0"/>
              </a:spcBef>
              <a:spcAft>
                <a:spcPct val="0"/>
              </a:spcAft>
              <a:defRPr sz="2400">
                <a:solidFill>
                  <a:schemeClr val="tx1"/>
                </a:solidFill>
                <a:latin typeface="Arial" charset="0"/>
                <a:ea typeface="MS PGothic" charset="-128"/>
              </a:defRPr>
            </a:lvl7pPr>
            <a:lvl8pPr marL="3429000" indent="-228600" eaLnBrk="0" fontAlgn="base" hangingPunct="0">
              <a:spcBef>
                <a:spcPct val="0"/>
              </a:spcBef>
              <a:spcAft>
                <a:spcPct val="0"/>
              </a:spcAft>
              <a:defRPr sz="2400">
                <a:solidFill>
                  <a:schemeClr val="tx1"/>
                </a:solidFill>
                <a:latin typeface="Arial" charset="0"/>
                <a:ea typeface="MS PGothic" charset="-128"/>
              </a:defRPr>
            </a:lvl8pPr>
            <a:lvl9pPr marL="3886200" indent="-228600" eaLnBrk="0" fontAlgn="base" hangingPunct="0">
              <a:spcBef>
                <a:spcPct val="0"/>
              </a:spcBef>
              <a:spcAft>
                <a:spcPct val="0"/>
              </a:spcAft>
              <a:defRPr sz="2400">
                <a:solidFill>
                  <a:schemeClr val="tx1"/>
                </a:solidFill>
                <a:latin typeface="Arial" charset="0"/>
                <a:ea typeface="MS PGothic" charset="-128"/>
              </a:defRPr>
            </a:lvl9pPr>
          </a:lstStyle>
          <a:p>
            <a:fld id="{4907594D-E1D5-1747-8CD6-8D4639971524}" type="slidenum">
              <a:rPr lang="en-US" altLang="en-US" sz="1200"/>
              <a:pPr/>
              <a:t>33</a:t>
            </a:fld>
            <a:endParaRPr lang="en-US" altLang="en-US" sz="120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endParaRPr lang="en-US" altLang="en-US">
              <a:ea typeface="MS PGothic" charset="-128"/>
            </a:endParaRPr>
          </a:p>
        </p:txBody>
      </p:sp>
    </p:spTree>
    <p:extLst>
      <p:ext uri="{BB962C8B-B14F-4D97-AF65-F5344CB8AC3E}">
        <p14:creationId xmlns:p14="http://schemas.microsoft.com/office/powerpoint/2010/main" val="5551839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35</a:t>
            </a:fld>
            <a:endParaRPr lang="en-IE"/>
          </a:p>
        </p:txBody>
      </p:sp>
    </p:spTree>
    <p:extLst>
      <p:ext uri="{BB962C8B-B14F-4D97-AF65-F5344CB8AC3E}">
        <p14:creationId xmlns:p14="http://schemas.microsoft.com/office/powerpoint/2010/main" val="2762190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36</a:t>
            </a:fld>
            <a:endParaRPr lang="en-IE"/>
          </a:p>
        </p:txBody>
      </p:sp>
    </p:spTree>
    <p:extLst>
      <p:ext uri="{BB962C8B-B14F-4D97-AF65-F5344CB8AC3E}">
        <p14:creationId xmlns:p14="http://schemas.microsoft.com/office/powerpoint/2010/main" val="32880293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defTabSz="965200">
              <a:defRPr>
                <a:solidFill>
                  <a:schemeClr val="tx1"/>
                </a:solidFill>
                <a:latin typeface="Arial" charset="0"/>
              </a:defRPr>
            </a:lvl1pPr>
            <a:lvl2pPr marL="777875" indent="-298450" defTabSz="965200">
              <a:defRPr>
                <a:solidFill>
                  <a:schemeClr val="tx1"/>
                </a:solidFill>
                <a:latin typeface="Arial" charset="0"/>
              </a:defRPr>
            </a:lvl2pPr>
            <a:lvl3pPr marL="1196975" indent="-239713" defTabSz="965200">
              <a:defRPr>
                <a:solidFill>
                  <a:schemeClr val="tx1"/>
                </a:solidFill>
                <a:latin typeface="Arial" charset="0"/>
              </a:defRPr>
            </a:lvl3pPr>
            <a:lvl4pPr marL="1674813" indent="-238125" defTabSz="965200">
              <a:defRPr>
                <a:solidFill>
                  <a:schemeClr val="tx1"/>
                </a:solidFill>
                <a:latin typeface="Arial" charset="0"/>
              </a:defRPr>
            </a:lvl4pPr>
            <a:lvl5pPr marL="2154238" indent="-239713" defTabSz="965200">
              <a:defRPr>
                <a:solidFill>
                  <a:schemeClr val="tx1"/>
                </a:solidFill>
                <a:latin typeface="Arial" charset="0"/>
              </a:defRPr>
            </a:lvl5pPr>
            <a:lvl6pPr marL="2611438" indent="-239713" defTabSz="965200" eaLnBrk="0" fontAlgn="base" hangingPunct="0">
              <a:spcBef>
                <a:spcPct val="0"/>
              </a:spcBef>
              <a:spcAft>
                <a:spcPct val="0"/>
              </a:spcAft>
              <a:defRPr>
                <a:solidFill>
                  <a:schemeClr val="tx1"/>
                </a:solidFill>
                <a:latin typeface="Arial" charset="0"/>
              </a:defRPr>
            </a:lvl6pPr>
            <a:lvl7pPr marL="3068638" indent="-239713" defTabSz="965200" eaLnBrk="0" fontAlgn="base" hangingPunct="0">
              <a:spcBef>
                <a:spcPct val="0"/>
              </a:spcBef>
              <a:spcAft>
                <a:spcPct val="0"/>
              </a:spcAft>
              <a:defRPr>
                <a:solidFill>
                  <a:schemeClr val="tx1"/>
                </a:solidFill>
                <a:latin typeface="Arial" charset="0"/>
              </a:defRPr>
            </a:lvl7pPr>
            <a:lvl8pPr marL="3525838" indent="-239713" defTabSz="965200" eaLnBrk="0" fontAlgn="base" hangingPunct="0">
              <a:spcBef>
                <a:spcPct val="0"/>
              </a:spcBef>
              <a:spcAft>
                <a:spcPct val="0"/>
              </a:spcAft>
              <a:defRPr>
                <a:solidFill>
                  <a:schemeClr val="tx1"/>
                </a:solidFill>
                <a:latin typeface="Arial" charset="0"/>
              </a:defRPr>
            </a:lvl8pPr>
            <a:lvl9pPr marL="3983038" indent="-239713" defTabSz="965200" eaLnBrk="0" fontAlgn="base" hangingPunct="0">
              <a:spcBef>
                <a:spcPct val="0"/>
              </a:spcBef>
              <a:spcAft>
                <a:spcPct val="0"/>
              </a:spcAft>
              <a:defRPr>
                <a:solidFill>
                  <a:schemeClr val="tx1"/>
                </a:solidFill>
                <a:latin typeface="Arial" charset="0"/>
              </a:defRPr>
            </a:lvl9pPr>
          </a:lstStyle>
          <a:p>
            <a:fld id="{190E2C53-C959-46D2-B67A-8599E866B415}" type="slidenum">
              <a:rPr lang="en-US" altLang="en-US"/>
              <a:pPr/>
              <a:t>37</a:t>
            </a:fld>
            <a:endParaRPr lang="en-US" altLang="en-US"/>
          </a:p>
        </p:txBody>
      </p:sp>
      <p:sp>
        <p:nvSpPr>
          <p:cNvPr id="55299" name="Rectangle 2"/>
          <p:cNvSpPr>
            <a:spLocks noGrp="1" noRot="1" noChangeAspect="1" noChangeArrowheads="1" noTextEdit="1"/>
          </p:cNvSpPr>
          <p:nvPr>
            <p:ph type="sldImg"/>
          </p:nvPr>
        </p:nvSpPr>
        <p:spPr>
          <a:solidFill>
            <a:srgbClr val="FFFFFF"/>
          </a:solidFill>
          <a:ln/>
        </p:spPr>
      </p:sp>
      <p:sp>
        <p:nvSpPr>
          <p:cNvPr id="55300" name="Rectangle 3"/>
          <p:cNvSpPr>
            <a:spLocks noGrp="1" noChangeArrowheads="1"/>
          </p:cNvSpPr>
          <p:nvPr>
            <p:ph type="body" idx="1"/>
          </p:nvPr>
        </p:nvSpPr>
        <p:spPr>
          <a:xfrm>
            <a:off x="1238713" y="3255509"/>
            <a:ext cx="6818974" cy="3087688"/>
          </a:xfrm>
          <a:solidFill>
            <a:srgbClr val="FFFFFF"/>
          </a:solidFill>
          <a:ln>
            <a:solidFill>
              <a:srgbClr val="000000"/>
            </a:solidFill>
            <a:miter lim="800000"/>
            <a:headEnd/>
            <a:tailEnd/>
          </a:ln>
        </p:spPr>
        <p:txBody>
          <a:bodyPr lIns="96616" tIns="48308" rIns="96616" bIns="48308"/>
          <a:lstStyle/>
          <a:p>
            <a:pPr eaLnBrk="1" hangingPunct="1"/>
            <a:endParaRPr lang="en-US" altLang="en-US" dirty="0"/>
          </a:p>
        </p:txBody>
      </p:sp>
    </p:spTree>
    <p:extLst>
      <p:ext uri="{BB962C8B-B14F-4D97-AF65-F5344CB8AC3E}">
        <p14:creationId xmlns:p14="http://schemas.microsoft.com/office/powerpoint/2010/main" val="41707681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38</a:t>
            </a:fld>
            <a:endParaRPr lang="en-IE"/>
          </a:p>
        </p:txBody>
      </p:sp>
    </p:spTree>
    <p:extLst>
      <p:ext uri="{BB962C8B-B14F-4D97-AF65-F5344CB8AC3E}">
        <p14:creationId xmlns:p14="http://schemas.microsoft.com/office/powerpoint/2010/main" val="41430623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39</a:t>
            </a:fld>
            <a:endParaRPr lang="en-IE"/>
          </a:p>
        </p:txBody>
      </p:sp>
    </p:spTree>
    <p:extLst>
      <p:ext uri="{BB962C8B-B14F-4D97-AF65-F5344CB8AC3E}">
        <p14:creationId xmlns:p14="http://schemas.microsoft.com/office/powerpoint/2010/main" val="25171852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40</a:t>
            </a:fld>
            <a:endParaRPr lang="en-IE"/>
          </a:p>
        </p:txBody>
      </p:sp>
    </p:spTree>
    <p:extLst>
      <p:ext uri="{BB962C8B-B14F-4D97-AF65-F5344CB8AC3E}">
        <p14:creationId xmlns:p14="http://schemas.microsoft.com/office/powerpoint/2010/main" val="29184774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41</a:t>
            </a:fld>
            <a:endParaRPr lang="en-IE"/>
          </a:p>
        </p:txBody>
      </p:sp>
    </p:spTree>
    <p:extLst>
      <p:ext uri="{BB962C8B-B14F-4D97-AF65-F5344CB8AC3E}">
        <p14:creationId xmlns:p14="http://schemas.microsoft.com/office/powerpoint/2010/main" val="39725201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42</a:t>
            </a:fld>
            <a:endParaRPr lang="en-IE"/>
          </a:p>
        </p:txBody>
      </p:sp>
    </p:spTree>
    <p:extLst>
      <p:ext uri="{BB962C8B-B14F-4D97-AF65-F5344CB8AC3E}">
        <p14:creationId xmlns:p14="http://schemas.microsoft.com/office/powerpoint/2010/main" val="2892360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endParaRPr lang="en-IE"/>
          </a:p>
        </p:txBody>
      </p:sp>
      <p:sp>
        <p:nvSpPr>
          <p:cNvPr id="5" name="Slide Number Placeholder 4"/>
          <p:cNvSpPr>
            <a:spLocks noGrp="1"/>
          </p:cNvSpPr>
          <p:nvPr>
            <p:ph type="sldNum" sz="quarter" idx="11"/>
          </p:nvPr>
        </p:nvSpPr>
        <p:spPr/>
        <p:txBody>
          <a:bodyPr/>
          <a:lstStyle/>
          <a:p>
            <a:pPr>
              <a:defRPr/>
            </a:pPr>
            <a:fld id="{5012BF16-63C2-4958-952A-E6EC7F15FB5A}" type="slidenum">
              <a:rPr lang="en-IE" smtClean="0"/>
              <a:pPr>
                <a:defRPr/>
              </a:pPr>
              <a:t>43</a:t>
            </a:fld>
            <a:endParaRPr lang="en-IE"/>
          </a:p>
        </p:txBody>
      </p:sp>
    </p:spTree>
    <p:extLst>
      <p:ext uri="{BB962C8B-B14F-4D97-AF65-F5344CB8AC3E}">
        <p14:creationId xmlns:p14="http://schemas.microsoft.com/office/powerpoint/2010/main" val="34554493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44</a:t>
            </a:fld>
            <a:endParaRPr lang="en-US"/>
          </a:p>
        </p:txBody>
      </p:sp>
    </p:spTree>
    <p:extLst>
      <p:ext uri="{BB962C8B-B14F-4D97-AF65-F5344CB8AC3E}">
        <p14:creationId xmlns:p14="http://schemas.microsoft.com/office/powerpoint/2010/main" val="1018883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Rectangle 3">
            <a:extLst>
              <a:ext uri="{FF2B5EF4-FFF2-40B4-BE49-F238E27FC236}">
                <a16:creationId xmlns:a16="http://schemas.microsoft.com/office/drawing/2014/main" id="{C9951C3B-2B0E-45A6-0C58-3A29179EEF31}"/>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4916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F2F45235-848C-4938-668E-1CFD288C0DC6}"/>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2077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Rectangle 3">
            <a:extLst>
              <a:ext uri="{FF2B5EF4-FFF2-40B4-BE49-F238E27FC236}">
                <a16:creationId xmlns:a16="http://schemas.microsoft.com/office/drawing/2014/main" id="{C3DE32B1-0F84-F1D6-9663-0E477806ED00}"/>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6597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E59D2DBD-4A34-370A-0743-37D2893234A9}"/>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6637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lvl1pPr>
              <a:defRPr>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859B6A19-A7EC-067A-315D-EBC77184C112}"/>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3114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Rectangle 2">
            <a:extLst>
              <a:ext uri="{FF2B5EF4-FFF2-40B4-BE49-F238E27FC236}">
                <a16:creationId xmlns:a16="http://schemas.microsoft.com/office/drawing/2014/main" id="{CAC54580-7CAA-FB24-528E-28E51D65AF18}"/>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3550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DB7030-74F3-5AE5-2568-F1B22E7B7811}"/>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4076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7459" y="140677"/>
            <a:ext cx="8323240" cy="846749"/>
          </a:xfrm>
        </p:spPr>
        <p:txBody>
          <a:bodyPr anchor="b">
            <a:noAutofit/>
          </a:bodyPr>
          <a:lstStyle>
            <a:lvl1pPr>
              <a:defRPr sz="4400">
                <a:solidFill>
                  <a:schemeClr val="bg1"/>
                </a:solidFill>
              </a:defRPr>
            </a:lvl1pPr>
          </a:lstStyle>
          <a:p>
            <a:r>
              <a:rPr lang="en-US" noProof="0"/>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29841" y="995363"/>
            <a:ext cx="2949178" cy="48736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Rectangle 4">
            <a:extLst>
              <a:ext uri="{FF2B5EF4-FFF2-40B4-BE49-F238E27FC236}">
                <a16:creationId xmlns:a16="http://schemas.microsoft.com/office/drawing/2014/main" id="{718137FF-DCBB-6BDC-445C-DF5FC3C1F73C}"/>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3151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DA9A0829-C2DA-B9DC-A90D-39657FA0D3FF}"/>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2627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6EB0FFCF-CFEB-66EA-4269-AEDA5CB4898B}"/>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010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5E6F8812-52D0-E23D-7325-00D6E3DA1654}"/>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7851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oundRect">
            <a:avLst/>
          </a:prstGeom>
          <a:solidFill>
            <a:schemeClr val="accent1"/>
          </a:solidFill>
          <a:effectLst>
            <a:outerShdw blurRad="50800" dist="38100" dir="2700000" algn="tl" rotWithShape="0">
              <a:prstClr val="black">
                <a:alpha val="40000"/>
              </a:prst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6845ED-15A0-4AD1-BE54-2A00D3B6D97E}" type="slidenum">
              <a:rPr lang="en-US" smtClean="0"/>
              <a:pPr/>
              <a:t>‹#›</a:t>
            </a:fld>
            <a:endParaRPr lang="en-US" dirty="0"/>
          </a:p>
        </p:txBody>
      </p:sp>
      <p:sp>
        <p:nvSpPr>
          <p:cNvPr id="7" name="Rectangle 6">
            <a:extLst>
              <a:ext uri="{FF2B5EF4-FFF2-40B4-BE49-F238E27FC236}">
                <a16:creationId xmlns:a16="http://schemas.microsoft.com/office/drawing/2014/main" id="{6E5735D4-3480-BD49-4ECD-F11E6B73DD1A}"/>
              </a:ext>
            </a:extLst>
          </p:cNvPr>
          <p:cNvSpPr/>
          <p:nvPr userDrawn="1"/>
        </p:nvSpPr>
        <p:spPr>
          <a:xfrm>
            <a:off x="0" y="6176964"/>
            <a:ext cx="9144000" cy="681037"/>
          </a:xfrm>
          <a:prstGeom prst="rect">
            <a:avLst/>
          </a:prstGeom>
          <a:gradFill>
            <a:gsLst>
              <a:gs pos="100000">
                <a:schemeClr val="accent1">
                  <a:lumMod val="40000"/>
                  <a:lumOff val="60000"/>
                </a:schemeClr>
              </a:gs>
              <a:gs pos="21000">
                <a:schemeClr val="accent1"/>
              </a:gs>
              <a:gs pos="100000">
                <a:schemeClr val="accent1">
                  <a:lumMod val="45000"/>
                  <a:lumOff val="55000"/>
                </a:schemeClr>
              </a:gs>
              <a:gs pos="100000">
                <a:schemeClr val="accent1">
                  <a:lumMod val="30000"/>
                  <a:lumOff val="70000"/>
                </a:schemeClr>
              </a:gs>
            </a:gsLst>
            <a:lin ang="2700000" scaled="1"/>
          </a:gra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350" dirty="0">
              <a:solidFill>
                <a:schemeClr val="tx1"/>
              </a:solidFill>
            </a:endParaRPr>
          </a:p>
        </p:txBody>
      </p:sp>
      <p:pic>
        <p:nvPicPr>
          <p:cNvPr id="8" name="Picture 7" descr="A picture containing text&#10;&#10;Description automatically generated">
            <a:extLst>
              <a:ext uri="{FF2B5EF4-FFF2-40B4-BE49-F238E27FC236}">
                <a16:creationId xmlns:a16="http://schemas.microsoft.com/office/drawing/2014/main" id="{0919E6A8-B11C-08C5-00F4-0AFAC116143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37387" y="6230715"/>
            <a:ext cx="639626" cy="573531"/>
          </a:xfrm>
          <a:prstGeom prst="rect">
            <a:avLst/>
          </a:prstGeom>
        </p:spPr>
      </p:pic>
      <p:sp>
        <p:nvSpPr>
          <p:cNvPr id="21" name="Footer Placeholder 4">
            <a:extLst>
              <a:ext uri="{FF2B5EF4-FFF2-40B4-BE49-F238E27FC236}">
                <a16:creationId xmlns:a16="http://schemas.microsoft.com/office/drawing/2014/main" id="{98D63C53-5665-9282-A055-09A5AD354086}"/>
              </a:ext>
            </a:extLst>
          </p:cNvPr>
          <p:cNvSpPr txBox="1">
            <a:spLocks/>
          </p:cNvSpPr>
          <p:nvPr userDrawn="1"/>
        </p:nvSpPr>
        <p:spPr>
          <a:xfrm>
            <a:off x="731392" y="6311899"/>
            <a:ext cx="7277314" cy="439411"/>
          </a:xfrm>
          <a:prstGeom prst="rect">
            <a:avLst/>
          </a:prstGeom>
        </p:spPr>
        <p:txBody>
          <a:bodyPr vert="horz" lIns="91440" tIns="45720" rIns="91440" bIns="45720" rtlCol="0" anchor="ctr"/>
          <a:lstStyle>
            <a:defPPr>
              <a:defRPr lang="en-US"/>
            </a:defPPr>
            <a:lvl1pPr marL="0" algn="ctr" defTabSz="457200" rtl="0" eaLnBrk="1" latinLnBrk="0" hangingPunct="1">
              <a:defRPr sz="3200" b="0" kern="1200" cap="none" spc="0">
                <a:ln w="0"/>
                <a:solidFill>
                  <a:schemeClr val="tx1"/>
                </a:solidFill>
                <a:effectLst>
                  <a:outerShdw blurRad="38100" dist="19050" dir="2700000" algn="tl" rotWithShape="0">
                    <a:schemeClr val="dk1">
                      <a:alpha val="40000"/>
                    </a:schemeClr>
                  </a:outerShdw>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Sunrise Technology – Autonomous Driving </a:t>
            </a:r>
          </a:p>
        </p:txBody>
      </p:sp>
      <p:sp>
        <p:nvSpPr>
          <p:cNvPr id="22" name="Slide Number Placeholder 5">
            <a:extLst>
              <a:ext uri="{FF2B5EF4-FFF2-40B4-BE49-F238E27FC236}">
                <a16:creationId xmlns:a16="http://schemas.microsoft.com/office/drawing/2014/main" id="{136C7FD7-4A1B-962A-44A5-50D3D2232433}"/>
              </a:ext>
            </a:extLst>
          </p:cNvPr>
          <p:cNvSpPr txBox="1">
            <a:spLocks/>
          </p:cNvSpPr>
          <p:nvPr userDrawn="1"/>
        </p:nvSpPr>
        <p:spPr>
          <a:xfrm>
            <a:off x="7017309" y="6356457"/>
            <a:ext cx="20574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16845ED-15A0-4AD1-BE54-2A00D3B6D97E}" type="slidenum">
              <a:rPr lang="en-US" smtClean="0"/>
              <a:pPr algn="r"/>
              <a:t>‹#›</a:t>
            </a:fld>
            <a:endParaRPr lang="en-US" dirty="0"/>
          </a:p>
        </p:txBody>
      </p:sp>
      <p:sp>
        <p:nvSpPr>
          <p:cNvPr id="23" name="Rectangle 22">
            <a:extLst>
              <a:ext uri="{FF2B5EF4-FFF2-40B4-BE49-F238E27FC236}">
                <a16:creationId xmlns:a16="http://schemas.microsoft.com/office/drawing/2014/main" id="{7624F3EF-72C0-5533-F2EB-2772815C90C6}"/>
              </a:ext>
            </a:extLst>
          </p:cNvPr>
          <p:cNvSpPr/>
          <p:nvPr userDrawn="1"/>
        </p:nvSpPr>
        <p:spPr>
          <a:xfrm>
            <a:off x="0" y="1"/>
            <a:ext cx="94394"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E47BAE2-192A-86D1-0538-0069B532E759}"/>
              </a:ext>
            </a:extLst>
          </p:cNvPr>
          <p:cNvSpPr/>
          <p:nvPr userDrawn="1"/>
        </p:nvSpPr>
        <p:spPr>
          <a:xfrm>
            <a:off x="0" y="0"/>
            <a:ext cx="12091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DF0E-A987-657B-97EE-82B34E9E4CD7}"/>
              </a:ext>
            </a:extLst>
          </p:cNvPr>
          <p:cNvSpPr/>
          <p:nvPr userDrawn="1"/>
        </p:nvSpPr>
        <p:spPr>
          <a:xfrm>
            <a:off x="7188483" y="-17008"/>
            <a:ext cx="1834605" cy="584775"/>
          </a:xfrm>
          <a:prstGeom prst="rect">
            <a:avLst/>
          </a:prstGeom>
          <a:noFill/>
        </p:spPr>
        <p:txBody>
          <a:bodyPr wrap="none" lIns="91440" tIns="45720" rIns="91440" bIns="45720">
            <a:spAutoFit/>
          </a:bodyPr>
          <a:lstStyle/>
          <a:p>
            <a:pPr algn="ctr"/>
            <a:r>
              <a:rPr lang="en-US" sz="32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Copyright</a:t>
            </a:r>
          </a:p>
        </p:txBody>
      </p:sp>
    </p:spTree>
    <p:extLst>
      <p:ext uri="{BB962C8B-B14F-4D97-AF65-F5344CB8AC3E}">
        <p14:creationId xmlns:p14="http://schemas.microsoft.com/office/powerpoint/2010/main" val="303391693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3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3" Type="http://schemas.openxmlformats.org/officeDocument/2006/relationships/customXml" Target="../ink/ink10.xml"/><Relationship Id="rId18" Type="http://schemas.openxmlformats.org/officeDocument/2006/relationships/image" Target="../media/image18.png"/><Relationship Id="rId26" Type="http://schemas.openxmlformats.org/officeDocument/2006/relationships/image" Target="../media/image22.png"/><Relationship Id="rId39" Type="http://schemas.openxmlformats.org/officeDocument/2006/relationships/customXml" Target="../ink/ink23.xml"/><Relationship Id="rId21" Type="http://schemas.openxmlformats.org/officeDocument/2006/relationships/customXml" Target="../ink/ink14.xml"/><Relationship Id="rId34" Type="http://schemas.openxmlformats.org/officeDocument/2006/relationships/image" Target="../media/image26.png"/><Relationship Id="rId42" Type="http://schemas.openxmlformats.org/officeDocument/2006/relationships/image" Target="../media/image30.png"/><Relationship Id="rId7" Type="http://schemas.openxmlformats.org/officeDocument/2006/relationships/customXml" Target="../ink/ink7.xml"/><Relationship Id="rId2" Type="http://schemas.openxmlformats.org/officeDocument/2006/relationships/notesSlide" Target="../notesSlides/notesSlide13.xml"/><Relationship Id="rId16" Type="http://schemas.openxmlformats.org/officeDocument/2006/relationships/image" Target="../media/image17.png"/><Relationship Id="rId20" Type="http://schemas.openxmlformats.org/officeDocument/2006/relationships/image" Target="../media/image19.png"/><Relationship Id="rId29" Type="http://schemas.openxmlformats.org/officeDocument/2006/relationships/customXml" Target="../ink/ink18.xml"/><Relationship Id="rId41" Type="http://schemas.openxmlformats.org/officeDocument/2006/relationships/customXml" Target="../ink/ink24.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9.xml"/><Relationship Id="rId24" Type="http://schemas.openxmlformats.org/officeDocument/2006/relationships/image" Target="../media/image21.png"/><Relationship Id="rId32" Type="http://schemas.openxmlformats.org/officeDocument/2006/relationships/image" Target="../media/image25.png"/><Relationship Id="rId37" Type="http://schemas.openxmlformats.org/officeDocument/2006/relationships/customXml" Target="../ink/ink22.xml"/><Relationship Id="rId40" Type="http://schemas.openxmlformats.org/officeDocument/2006/relationships/image" Target="../media/image29.png"/><Relationship Id="rId5" Type="http://schemas.openxmlformats.org/officeDocument/2006/relationships/customXml" Target="../ink/ink6.xml"/><Relationship Id="rId15" Type="http://schemas.openxmlformats.org/officeDocument/2006/relationships/customXml" Target="../ink/ink11.xml"/><Relationship Id="rId23" Type="http://schemas.openxmlformats.org/officeDocument/2006/relationships/customXml" Target="../ink/ink15.xml"/><Relationship Id="rId28" Type="http://schemas.openxmlformats.org/officeDocument/2006/relationships/image" Target="../media/image23.png"/><Relationship Id="rId36" Type="http://schemas.openxmlformats.org/officeDocument/2006/relationships/image" Target="../media/image27.png"/><Relationship Id="rId10" Type="http://schemas.openxmlformats.org/officeDocument/2006/relationships/image" Target="../media/image14.png"/><Relationship Id="rId19" Type="http://schemas.openxmlformats.org/officeDocument/2006/relationships/customXml" Target="../ink/ink13.xml"/><Relationship Id="rId31" Type="http://schemas.openxmlformats.org/officeDocument/2006/relationships/customXml" Target="../ink/ink19.xml"/><Relationship Id="rId4" Type="http://schemas.openxmlformats.org/officeDocument/2006/relationships/image" Target="../media/image11.png"/><Relationship Id="rId9" Type="http://schemas.openxmlformats.org/officeDocument/2006/relationships/customXml" Target="../ink/ink8.xml"/><Relationship Id="rId14" Type="http://schemas.openxmlformats.org/officeDocument/2006/relationships/image" Target="../media/image16.png"/><Relationship Id="rId22" Type="http://schemas.openxmlformats.org/officeDocument/2006/relationships/image" Target="../media/image20.png"/><Relationship Id="rId27" Type="http://schemas.openxmlformats.org/officeDocument/2006/relationships/customXml" Target="../ink/ink17.xml"/><Relationship Id="rId30" Type="http://schemas.openxmlformats.org/officeDocument/2006/relationships/image" Target="../media/image24.png"/><Relationship Id="rId35" Type="http://schemas.openxmlformats.org/officeDocument/2006/relationships/customXml" Target="../ink/ink21.xml"/><Relationship Id="rId8" Type="http://schemas.openxmlformats.org/officeDocument/2006/relationships/image" Target="../media/image13.png"/><Relationship Id="rId3" Type="http://schemas.openxmlformats.org/officeDocument/2006/relationships/customXml" Target="../ink/ink5.xml"/><Relationship Id="rId12" Type="http://schemas.openxmlformats.org/officeDocument/2006/relationships/image" Target="../media/image15.png"/><Relationship Id="rId17" Type="http://schemas.openxmlformats.org/officeDocument/2006/relationships/customXml" Target="../ink/ink12.xml"/><Relationship Id="rId25" Type="http://schemas.openxmlformats.org/officeDocument/2006/relationships/customXml" Target="../ink/ink16.xml"/><Relationship Id="rId33" Type="http://schemas.openxmlformats.org/officeDocument/2006/relationships/customXml" Target="../ink/ink20.xml"/><Relationship Id="rId38" Type="http://schemas.openxmlformats.org/officeDocument/2006/relationships/image" Target="../media/image2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3" Type="http://schemas.openxmlformats.org/officeDocument/2006/relationships/image" Target="../media/image36.png"/><Relationship Id="rId18" Type="http://schemas.openxmlformats.org/officeDocument/2006/relationships/customXml" Target="../ink/ink32.xml"/><Relationship Id="rId26" Type="http://schemas.openxmlformats.org/officeDocument/2006/relationships/customXml" Target="../ink/ink36.xml"/><Relationship Id="rId39" Type="http://schemas.openxmlformats.org/officeDocument/2006/relationships/image" Target="../media/image49.png"/><Relationship Id="rId21" Type="http://schemas.openxmlformats.org/officeDocument/2006/relationships/image" Target="../media/image40.png"/><Relationship Id="rId34" Type="http://schemas.openxmlformats.org/officeDocument/2006/relationships/customXml" Target="../ink/ink40.xml"/><Relationship Id="rId7" Type="http://schemas.openxmlformats.org/officeDocument/2006/relationships/image" Target="../media/image33.png"/><Relationship Id="rId12" Type="http://schemas.openxmlformats.org/officeDocument/2006/relationships/customXml" Target="../ink/ink29.xml"/><Relationship Id="rId17" Type="http://schemas.openxmlformats.org/officeDocument/2006/relationships/image" Target="../media/image38.png"/><Relationship Id="rId25" Type="http://schemas.openxmlformats.org/officeDocument/2006/relationships/image" Target="../media/image42.png"/><Relationship Id="rId33" Type="http://schemas.openxmlformats.org/officeDocument/2006/relationships/image" Target="../media/image46.png"/><Relationship Id="rId38" Type="http://schemas.openxmlformats.org/officeDocument/2006/relationships/customXml" Target="../ink/ink42.xml"/><Relationship Id="rId2" Type="http://schemas.openxmlformats.org/officeDocument/2006/relationships/notesSlide" Target="../notesSlides/notesSlide15.xml"/><Relationship Id="rId16" Type="http://schemas.openxmlformats.org/officeDocument/2006/relationships/customXml" Target="../ink/ink31.xml"/><Relationship Id="rId20" Type="http://schemas.openxmlformats.org/officeDocument/2006/relationships/customXml" Target="../ink/ink33.xml"/><Relationship Id="rId29"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customXml" Target="../ink/ink26.xml"/><Relationship Id="rId11" Type="http://schemas.openxmlformats.org/officeDocument/2006/relationships/image" Target="../media/image35.png"/><Relationship Id="rId24" Type="http://schemas.openxmlformats.org/officeDocument/2006/relationships/customXml" Target="../ink/ink35.xml"/><Relationship Id="rId32" Type="http://schemas.openxmlformats.org/officeDocument/2006/relationships/customXml" Target="../ink/ink39.xml"/><Relationship Id="rId37" Type="http://schemas.openxmlformats.org/officeDocument/2006/relationships/image" Target="../media/image48.png"/><Relationship Id="rId5" Type="http://schemas.openxmlformats.org/officeDocument/2006/relationships/image" Target="../media/image32.png"/><Relationship Id="rId15" Type="http://schemas.openxmlformats.org/officeDocument/2006/relationships/image" Target="../media/image37.png"/><Relationship Id="rId23" Type="http://schemas.openxmlformats.org/officeDocument/2006/relationships/image" Target="../media/image41.png"/><Relationship Id="rId28" Type="http://schemas.openxmlformats.org/officeDocument/2006/relationships/customXml" Target="../ink/ink37.xml"/><Relationship Id="rId36" Type="http://schemas.openxmlformats.org/officeDocument/2006/relationships/customXml" Target="../ink/ink41.xml"/><Relationship Id="rId10" Type="http://schemas.openxmlformats.org/officeDocument/2006/relationships/customXml" Target="../ink/ink28.xml"/><Relationship Id="rId19" Type="http://schemas.openxmlformats.org/officeDocument/2006/relationships/image" Target="../media/image39.png"/><Relationship Id="rId31" Type="http://schemas.openxmlformats.org/officeDocument/2006/relationships/image" Target="../media/image45.png"/><Relationship Id="rId4" Type="http://schemas.openxmlformats.org/officeDocument/2006/relationships/customXml" Target="../ink/ink25.xml"/><Relationship Id="rId9" Type="http://schemas.openxmlformats.org/officeDocument/2006/relationships/image" Target="../media/image34.png"/><Relationship Id="rId14" Type="http://schemas.openxmlformats.org/officeDocument/2006/relationships/customXml" Target="../ink/ink30.xml"/><Relationship Id="rId22" Type="http://schemas.openxmlformats.org/officeDocument/2006/relationships/customXml" Target="../ink/ink34.xml"/><Relationship Id="rId27" Type="http://schemas.openxmlformats.org/officeDocument/2006/relationships/image" Target="../media/image43.png"/><Relationship Id="rId30" Type="http://schemas.openxmlformats.org/officeDocument/2006/relationships/customXml" Target="../ink/ink38.xml"/><Relationship Id="rId35" Type="http://schemas.openxmlformats.org/officeDocument/2006/relationships/image" Target="../media/image47.png"/><Relationship Id="rId8" Type="http://schemas.openxmlformats.org/officeDocument/2006/relationships/customXml" Target="../ink/ink27.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Standard_Industrial_Classification"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3" Type="http://schemas.openxmlformats.org/officeDocument/2006/relationships/customXml" Target="../ink/ink48.xml"/><Relationship Id="rId18" Type="http://schemas.openxmlformats.org/officeDocument/2006/relationships/image" Target="../media/image58.png"/><Relationship Id="rId26" Type="http://schemas.openxmlformats.org/officeDocument/2006/relationships/image" Target="../media/image62.png"/><Relationship Id="rId21" Type="http://schemas.openxmlformats.org/officeDocument/2006/relationships/customXml" Target="../ink/ink52.xml"/><Relationship Id="rId34" Type="http://schemas.openxmlformats.org/officeDocument/2006/relationships/image" Target="../media/image66.png"/><Relationship Id="rId7" Type="http://schemas.openxmlformats.org/officeDocument/2006/relationships/customXml" Target="../ink/ink45.xml"/><Relationship Id="rId12" Type="http://schemas.openxmlformats.org/officeDocument/2006/relationships/image" Target="../media/image55.png"/><Relationship Id="rId17" Type="http://schemas.openxmlformats.org/officeDocument/2006/relationships/customXml" Target="../ink/ink50.xml"/><Relationship Id="rId25" Type="http://schemas.openxmlformats.org/officeDocument/2006/relationships/customXml" Target="../ink/ink54.xml"/><Relationship Id="rId33" Type="http://schemas.openxmlformats.org/officeDocument/2006/relationships/customXml" Target="../ink/ink58.xml"/><Relationship Id="rId38" Type="http://schemas.openxmlformats.org/officeDocument/2006/relationships/image" Target="../media/image68.png"/><Relationship Id="rId2" Type="http://schemas.openxmlformats.org/officeDocument/2006/relationships/notesSlide" Target="../notesSlides/notesSlide18.xml"/><Relationship Id="rId16" Type="http://schemas.openxmlformats.org/officeDocument/2006/relationships/image" Target="../media/image57.png"/><Relationship Id="rId20" Type="http://schemas.openxmlformats.org/officeDocument/2006/relationships/image" Target="../media/image59.png"/><Relationship Id="rId29" Type="http://schemas.openxmlformats.org/officeDocument/2006/relationships/customXml" Target="../ink/ink56.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customXml" Target="../ink/ink47.xml"/><Relationship Id="rId24" Type="http://schemas.openxmlformats.org/officeDocument/2006/relationships/image" Target="../media/image61.png"/><Relationship Id="rId32" Type="http://schemas.openxmlformats.org/officeDocument/2006/relationships/image" Target="../media/image65.png"/><Relationship Id="rId37" Type="http://schemas.openxmlformats.org/officeDocument/2006/relationships/customXml" Target="../ink/ink60.xml"/><Relationship Id="rId5" Type="http://schemas.openxmlformats.org/officeDocument/2006/relationships/customXml" Target="../ink/ink44.xml"/><Relationship Id="rId15" Type="http://schemas.openxmlformats.org/officeDocument/2006/relationships/customXml" Target="../ink/ink49.xml"/><Relationship Id="rId23" Type="http://schemas.openxmlformats.org/officeDocument/2006/relationships/customXml" Target="../ink/ink53.xml"/><Relationship Id="rId28" Type="http://schemas.openxmlformats.org/officeDocument/2006/relationships/image" Target="../media/image63.png"/><Relationship Id="rId36" Type="http://schemas.openxmlformats.org/officeDocument/2006/relationships/image" Target="../media/image67.png"/><Relationship Id="rId10" Type="http://schemas.openxmlformats.org/officeDocument/2006/relationships/image" Target="../media/image54.png"/><Relationship Id="rId19" Type="http://schemas.openxmlformats.org/officeDocument/2006/relationships/customXml" Target="../ink/ink51.xml"/><Relationship Id="rId31" Type="http://schemas.openxmlformats.org/officeDocument/2006/relationships/customXml" Target="../ink/ink57.xml"/><Relationship Id="rId4" Type="http://schemas.openxmlformats.org/officeDocument/2006/relationships/image" Target="../media/image51.png"/><Relationship Id="rId9" Type="http://schemas.openxmlformats.org/officeDocument/2006/relationships/customXml" Target="../ink/ink46.xml"/><Relationship Id="rId14" Type="http://schemas.openxmlformats.org/officeDocument/2006/relationships/image" Target="../media/image56.png"/><Relationship Id="rId22" Type="http://schemas.openxmlformats.org/officeDocument/2006/relationships/image" Target="../media/image60.png"/><Relationship Id="rId27" Type="http://schemas.openxmlformats.org/officeDocument/2006/relationships/customXml" Target="../ink/ink55.xml"/><Relationship Id="rId30" Type="http://schemas.openxmlformats.org/officeDocument/2006/relationships/image" Target="../media/image64.png"/><Relationship Id="rId35" Type="http://schemas.openxmlformats.org/officeDocument/2006/relationships/customXml" Target="../ink/ink59.xml"/><Relationship Id="rId8" Type="http://schemas.openxmlformats.org/officeDocument/2006/relationships/image" Target="../media/image53.png"/><Relationship Id="rId3" Type="http://schemas.openxmlformats.org/officeDocument/2006/relationships/customXml" Target="../ink/ink43.xml"/></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customXml" Target="../ink/ink66.xml"/><Relationship Id="rId3" Type="http://schemas.openxmlformats.org/officeDocument/2006/relationships/customXml" Target="../ink/ink61.xml"/><Relationship Id="rId7" Type="http://schemas.openxmlformats.org/officeDocument/2006/relationships/customXml" Target="../ink/ink63.xml"/><Relationship Id="rId12" Type="http://schemas.openxmlformats.org/officeDocument/2006/relationships/image" Target="../media/image7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customXml" Target="../ink/ink65.xml"/><Relationship Id="rId5" Type="http://schemas.openxmlformats.org/officeDocument/2006/relationships/customXml" Target="../ink/ink62.xml"/><Relationship Id="rId10" Type="http://schemas.openxmlformats.org/officeDocument/2006/relationships/image" Target="../media/image72.png"/><Relationship Id="rId4" Type="http://schemas.openxmlformats.org/officeDocument/2006/relationships/image" Target="../media/image69.png"/><Relationship Id="rId9" Type="http://schemas.openxmlformats.org/officeDocument/2006/relationships/customXml" Target="../ink/ink64.xml"/><Relationship Id="rId14" Type="http://schemas.openxmlformats.org/officeDocument/2006/relationships/image" Target="../media/image74.png"/></Relationships>
</file>

<file path=ppt/slides/_rels/slide2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customXml" Target="../ink/ink67.xml"/><Relationship Id="rId7" Type="http://schemas.openxmlformats.org/officeDocument/2006/relationships/customXml" Target="../ink/ink69.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customXml" Target="../ink/ink68.xml"/><Relationship Id="rId4" Type="http://schemas.openxmlformats.org/officeDocument/2006/relationships/image" Target="../media/image7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ustomXml" Target="../ink/ink70.xm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6" Type="http://schemas.openxmlformats.org/officeDocument/2006/relationships/image" Target="../media/image81.png"/><Relationship Id="rId39" Type="http://schemas.openxmlformats.org/officeDocument/2006/relationships/customXml" Target="../ink/ink80.xml"/><Relationship Id="rId3" Type="http://schemas.openxmlformats.org/officeDocument/2006/relationships/customXml" Target="../ink/ink71.xml"/><Relationship Id="rId34" Type="http://schemas.openxmlformats.org/officeDocument/2006/relationships/image" Target="../media/image85.png"/><Relationship Id="rId42" Type="http://schemas.openxmlformats.org/officeDocument/2006/relationships/image" Target="../media/image89.png"/><Relationship Id="rId25" Type="http://schemas.openxmlformats.org/officeDocument/2006/relationships/customXml" Target="../ink/ink73.xml"/><Relationship Id="rId33" Type="http://schemas.openxmlformats.org/officeDocument/2006/relationships/customXml" Target="../ink/ink77.xml"/><Relationship Id="rId38" Type="http://schemas.openxmlformats.org/officeDocument/2006/relationships/image" Target="../media/image87.png"/><Relationship Id="rId2" Type="http://schemas.openxmlformats.org/officeDocument/2006/relationships/image" Target="../media/image79.png"/><Relationship Id="rId29" Type="http://schemas.openxmlformats.org/officeDocument/2006/relationships/customXml" Target="../ink/ink75.xml"/><Relationship Id="rId41" Type="http://schemas.openxmlformats.org/officeDocument/2006/relationships/customXml" Target="../ink/ink81.xml"/><Relationship Id="rId1" Type="http://schemas.openxmlformats.org/officeDocument/2006/relationships/slideLayout" Target="../slideLayouts/slideLayout2.xml"/><Relationship Id="rId24" Type="http://schemas.openxmlformats.org/officeDocument/2006/relationships/image" Target="../media/image80.png"/><Relationship Id="rId32" Type="http://schemas.openxmlformats.org/officeDocument/2006/relationships/image" Target="../media/image84.png"/><Relationship Id="rId37" Type="http://schemas.openxmlformats.org/officeDocument/2006/relationships/customXml" Target="../ink/ink79.xml"/><Relationship Id="rId40" Type="http://schemas.openxmlformats.org/officeDocument/2006/relationships/image" Target="../media/image88.png"/><Relationship Id="rId23" Type="http://schemas.openxmlformats.org/officeDocument/2006/relationships/customXml" Target="../ink/ink72.xml"/><Relationship Id="rId28" Type="http://schemas.openxmlformats.org/officeDocument/2006/relationships/image" Target="../media/image82.png"/><Relationship Id="rId36" Type="http://schemas.openxmlformats.org/officeDocument/2006/relationships/image" Target="../media/image86.png"/><Relationship Id="rId31" Type="http://schemas.openxmlformats.org/officeDocument/2006/relationships/customXml" Target="../ink/ink76.xml"/><Relationship Id="rId22" Type="http://schemas.openxmlformats.org/officeDocument/2006/relationships/image" Target="../media/image320.png"/><Relationship Id="rId27" Type="http://schemas.openxmlformats.org/officeDocument/2006/relationships/customXml" Target="../ink/ink74.xml"/><Relationship Id="rId30" Type="http://schemas.openxmlformats.org/officeDocument/2006/relationships/image" Target="../media/image83.png"/><Relationship Id="rId35" Type="http://schemas.openxmlformats.org/officeDocument/2006/relationships/customXml" Target="../ink/ink78.xml"/></Relationships>
</file>

<file path=ppt/slides/_rels/slide27.xml.rels><?xml version="1.0" encoding="UTF-8" standalone="yes"?>
<Relationships xmlns="http://schemas.openxmlformats.org/package/2006/relationships"><Relationship Id="rId3" Type="http://schemas.openxmlformats.org/officeDocument/2006/relationships/image" Target="../media/image90.tif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91.tiff"/></Relationships>
</file>

<file path=ppt/slides/_rels/slide28.xml.rels><?xml version="1.0" encoding="UTF-8" standalone="yes"?>
<Relationships xmlns="http://schemas.openxmlformats.org/package/2006/relationships"><Relationship Id="rId51" Type="http://schemas.openxmlformats.org/officeDocument/2006/relationships/image" Target="../media/image97.png"/><Relationship Id="rId3" Type="http://schemas.openxmlformats.org/officeDocument/2006/relationships/image" Target="../media/image92.tiff"/><Relationship Id="rId47" Type="http://schemas.openxmlformats.org/officeDocument/2006/relationships/image" Target="../media/image95.png"/><Relationship Id="rId50" Type="http://schemas.openxmlformats.org/officeDocument/2006/relationships/customXml" Target="../ink/ink85.xml"/><Relationship Id="rId55" Type="http://schemas.openxmlformats.org/officeDocument/2006/relationships/image" Target="../media/image99.png"/><Relationship Id="rId46" Type="http://schemas.openxmlformats.org/officeDocument/2006/relationships/customXml" Target="../ink/ink83.xml"/><Relationship Id="rId59" Type="http://schemas.openxmlformats.org/officeDocument/2006/relationships/image" Target="../media/image101.png"/><Relationship Id="rId2" Type="http://schemas.openxmlformats.org/officeDocument/2006/relationships/notesSlide" Target="../notesSlides/notesSlide26.xml"/><Relationship Id="rId54" Type="http://schemas.openxmlformats.org/officeDocument/2006/relationships/customXml" Target="../ink/ink87.xml"/><Relationship Id="rId1" Type="http://schemas.openxmlformats.org/officeDocument/2006/relationships/slideLayout" Target="../slideLayouts/slideLayout2.xml"/><Relationship Id="rId6" Type="http://schemas.openxmlformats.org/officeDocument/2006/relationships/customXml" Target="../ink/ink82.xml"/><Relationship Id="rId45" Type="http://schemas.openxmlformats.org/officeDocument/2006/relationships/image" Target="../media/image125.png"/><Relationship Id="rId53" Type="http://schemas.openxmlformats.org/officeDocument/2006/relationships/image" Target="../media/image98.png"/><Relationship Id="rId58" Type="http://schemas.openxmlformats.org/officeDocument/2006/relationships/customXml" Target="../ink/ink89.xml"/><Relationship Id="rId5" Type="http://schemas.openxmlformats.org/officeDocument/2006/relationships/image" Target="../media/image94.tiff"/><Relationship Id="rId49" Type="http://schemas.openxmlformats.org/officeDocument/2006/relationships/image" Target="../media/image96.png"/><Relationship Id="rId57" Type="http://schemas.openxmlformats.org/officeDocument/2006/relationships/image" Target="../media/image100.png"/><Relationship Id="rId61" Type="http://schemas.openxmlformats.org/officeDocument/2006/relationships/image" Target="../media/image102.png"/><Relationship Id="rId52" Type="http://schemas.openxmlformats.org/officeDocument/2006/relationships/customXml" Target="../ink/ink86.xml"/><Relationship Id="rId60" Type="http://schemas.openxmlformats.org/officeDocument/2006/relationships/customXml" Target="../ink/ink90.xml"/><Relationship Id="rId4" Type="http://schemas.openxmlformats.org/officeDocument/2006/relationships/image" Target="../media/image93.tiff"/><Relationship Id="rId48" Type="http://schemas.openxmlformats.org/officeDocument/2006/relationships/customXml" Target="../ink/ink84.xml"/><Relationship Id="rId56" Type="http://schemas.openxmlformats.org/officeDocument/2006/relationships/customXml" Target="../ink/ink88.xml"/></Relationships>
</file>

<file path=ppt/slides/_rels/slide2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90.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customXml" Target="../ink/ink91.xml"/><Relationship Id="rId4" Type="http://schemas.openxmlformats.org/officeDocument/2006/relationships/image" Target="../media/image104.emf"/><Relationship Id="rId14" Type="http://schemas.openxmlformats.org/officeDocument/2006/relationships/image" Target="../media/image146.png"/></Relationships>
</file>

<file path=ppt/slides/_rels/slide31.xml.rels><?xml version="1.0" encoding="UTF-8" standalone="yes"?>
<Relationships xmlns="http://schemas.openxmlformats.org/package/2006/relationships"><Relationship Id="rId3" Type="http://schemas.openxmlformats.org/officeDocument/2006/relationships/image" Target="../media/image105.jpeg"/><Relationship Id="rId7" Type="http://schemas.openxmlformats.org/officeDocument/2006/relationships/image" Target="../media/image107.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customXml" Target="../ink/ink93.xml"/><Relationship Id="rId5" Type="http://schemas.openxmlformats.org/officeDocument/2006/relationships/image" Target="../media/image106.png"/><Relationship Id="rId4" Type="http://schemas.openxmlformats.org/officeDocument/2006/relationships/customXml" Target="../ink/ink92.xml"/></Relationships>
</file>

<file path=ppt/slides/_rels/slide32.xml.rels><?xml version="1.0" encoding="UTF-8" standalone="yes"?>
<Relationships xmlns="http://schemas.openxmlformats.org/package/2006/relationships"><Relationship Id="rId8" Type="http://schemas.openxmlformats.org/officeDocument/2006/relationships/customXml" Target="../ink/ink95.xml"/><Relationship Id="rId18" Type="http://schemas.openxmlformats.org/officeDocument/2006/relationships/customXml" Target="../ink/ink96.xml"/><Relationship Id="rId26" Type="http://schemas.openxmlformats.org/officeDocument/2006/relationships/customXml" Target="../ink/ink100.xml"/><Relationship Id="rId3" Type="http://schemas.openxmlformats.org/officeDocument/2006/relationships/image" Target="../media/image108.jpeg"/><Relationship Id="rId21" Type="http://schemas.openxmlformats.org/officeDocument/2006/relationships/image" Target="../media/image109.png"/><Relationship Id="rId34" Type="http://schemas.openxmlformats.org/officeDocument/2006/relationships/customXml" Target="../ink/ink104.xml"/><Relationship Id="rId7" Type="http://schemas.openxmlformats.org/officeDocument/2006/relationships/image" Target="../media/image151.png"/><Relationship Id="rId17" Type="http://schemas.openxmlformats.org/officeDocument/2006/relationships/image" Target="../media/image156.png"/><Relationship Id="rId25" Type="http://schemas.openxmlformats.org/officeDocument/2006/relationships/image" Target="../media/image112.png"/><Relationship Id="rId33" Type="http://schemas.openxmlformats.org/officeDocument/2006/relationships/image" Target="../media/image116.png"/><Relationship Id="rId2" Type="http://schemas.openxmlformats.org/officeDocument/2006/relationships/notesSlide" Target="../notesSlides/notesSlide30.xml"/><Relationship Id="rId20" Type="http://schemas.openxmlformats.org/officeDocument/2006/relationships/customXml" Target="../ink/ink97.xml"/><Relationship Id="rId29" Type="http://schemas.openxmlformats.org/officeDocument/2006/relationships/image" Target="../media/image114.png"/><Relationship Id="rId1" Type="http://schemas.openxmlformats.org/officeDocument/2006/relationships/slideLayout" Target="../slideLayouts/slideLayout2.xml"/><Relationship Id="rId24" Type="http://schemas.openxmlformats.org/officeDocument/2006/relationships/customXml" Target="../ink/ink99.xml"/><Relationship Id="rId32" Type="http://schemas.openxmlformats.org/officeDocument/2006/relationships/customXml" Target="../ink/ink103.xml"/><Relationship Id="rId23" Type="http://schemas.openxmlformats.org/officeDocument/2006/relationships/image" Target="../media/image111.png"/><Relationship Id="rId28" Type="http://schemas.openxmlformats.org/officeDocument/2006/relationships/customXml" Target="../ink/ink101.xml"/><Relationship Id="rId19" Type="http://schemas.openxmlformats.org/officeDocument/2006/relationships/image" Target="../media/image157.png"/><Relationship Id="rId31" Type="http://schemas.openxmlformats.org/officeDocument/2006/relationships/image" Target="../media/image115.png"/><Relationship Id="rId4" Type="http://schemas.openxmlformats.org/officeDocument/2006/relationships/customXml" Target="../ink/ink94.xml"/><Relationship Id="rId22" Type="http://schemas.openxmlformats.org/officeDocument/2006/relationships/customXml" Target="../ink/ink98.xml"/><Relationship Id="rId27" Type="http://schemas.openxmlformats.org/officeDocument/2006/relationships/image" Target="../media/image113.png"/><Relationship Id="rId30" Type="http://schemas.openxmlformats.org/officeDocument/2006/relationships/customXml" Target="../ink/ink102.xml"/><Relationship Id="rId35" Type="http://schemas.openxmlformats.org/officeDocument/2006/relationships/image" Target="../media/image117.png"/></Relationships>
</file>

<file path=ppt/slides/_rels/slide33.xml.rels><?xml version="1.0" encoding="UTF-8" standalone="yes"?>
<Relationships xmlns="http://schemas.openxmlformats.org/package/2006/relationships"><Relationship Id="rId13" Type="http://schemas.openxmlformats.org/officeDocument/2006/relationships/image" Target="../media/image119.png"/><Relationship Id="rId3" Type="http://schemas.openxmlformats.org/officeDocument/2006/relationships/image" Target="../media/image118.jpeg"/><Relationship Id="rId12" Type="http://schemas.openxmlformats.org/officeDocument/2006/relationships/customXml" Target="../ink/ink106.xml"/><Relationship Id="rId17" Type="http://schemas.openxmlformats.org/officeDocument/2006/relationships/image" Target="../media/image121.png"/><Relationship Id="rId2" Type="http://schemas.openxmlformats.org/officeDocument/2006/relationships/notesSlide" Target="../notesSlides/notesSlide31.xml"/><Relationship Id="rId16" Type="http://schemas.openxmlformats.org/officeDocument/2006/relationships/customXml" Target="../ink/ink108.xml"/><Relationship Id="rId1" Type="http://schemas.openxmlformats.org/officeDocument/2006/relationships/slideLayout" Target="../slideLayouts/slideLayout2.xml"/><Relationship Id="rId11" Type="http://schemas.openxmlformats.org/officeDocument/2006/relationships/image" Target="../media/image165.png"/><Relationship Id="rId15" Type="http://schemas.openxmlformats.org/officeDocument/2006/relationships/image" Target="../media/image120.png"/><Relationship Id="rId4" Type="http://schemas.openxmlformats.org/officeDocument/2006/relationships/customXml" Target="../ink/ink105.xml"/><Relationship Id="rId14" Type="http://schemas.openxmlformats.org/officeDocument/2006/relationships/customXml" Target="../ink/ink107.xml"/></Relationships>
</file>

<file path=ppt/slides/_rels/slide34.xml.rels><?xml version="1.0" encoding="UTF-8" standalone="yes"?>
<Relationships xmlns="http://schemas.openxmlformats.org/package/2006/relationships"><Relationship Id="rId3" Type="http://schemas.openxmlformats.org/officeDocument/2006/relationships/customXml" Target="../ink/ink109.xml"/><Relationship Id="rId2" Type="http://schemas.openxmlformats.org/officeDocument/2006/relationships/image" Target="../media/image122.tiff"/><Relationship Id="rId16" Type="http://schemas.openxmlformats.org/officeDocument/2006/relationships/image" Target="../media/image123.png"/><Relationship Id="rId1" Type="http://schemas.openxmlformats.org/officeDocument/2006/relationships/slideLayout" Target="../slideLayouts/slideLayout2.xml"/><Relationship Id="rId11" Type="http://schemas.openxmlformats.org/officeDocument/2006/relationships/customXml" Target="../ink/ink111.xml"/><Relationship Id="rId5" Type="http://schemas.openxmlformats.org/officeDocument/2006/relationships/customXml" Target="../ink/ink110.xml"/><Relationship Id="rId15" Type="http://schemas.openxmlformats.org/officeDocument/2006/relationships/customXml" Target="../ink/ink112.xml"/><Relationship Id="rId10" Type="http://schemas.openxmlformats.org/officeDocument/2006/relationships/image" Target="../media/image175.png"/><Relationship Id="rId4" Type="http://schemas.openxmlformats.org/officeDocument/2006/relationships/image" Target="../media/image172.png"/><Relationship Id="rId14" Type="http://schemas.openxmlformats.org/officeDocument/2006/relationships/image" Target="../media/image140.png"/></Relationships>
</file>

<file path=ppt/slides/_rels/slide35.xml.rels><?xml version="1.0" encoding="UTF-8" standalone="yes"?>
<Relationships xmlns="http://schemas.openxmlformats.org/package/2006/relationships"><Relationship Id="rId13" Type="http://schemas.openxmlformats.org/officeDocument/2006/relationships/image" Target="../media/image130.png"/><Relationship Id="rId18" Type="http://schemas.openxmlformats.org/officeDocument/2006/relationships/customXml" Target="../ink/ink120.xml"/><Relationship Id="rId26" Type="http://schemas.openxmlformats.org/officeDocument/2006/relationships/customXml" Target="../ink/ink124.xml"/><Relationship Id="rId3" Type="http://schemas.openxmlformats.org/officeDocument/2006/relationships/image" Target="../media/image124.png"/><Relationship Id="rId21" Type="http://schemas.openxmlformats.org/officeDocument/2006/relationships/image" Target="../media/image134.png"/><Relationship Id="rId34" Type="http://schemas.openxmlformats.org/officeDocument/2006/relationships/customXml" Target="../ink/ink128.xml"/><Relationship Id="rId7" Type="http://schemas.openxmlformats.org/officeDocument/2006/relationships/image" Target="../media/image127.png"/><Relationship Id="rId12" Type="http://schemas.openxmlformats.org/officeDocument/2006/relationships/customXml" Target="../ink/ink117.xml"/><Relationship Id="rId17" Type="http://schemas.openxmlformats.org/officeDocument/2006/relationships/image" Target="../media/image132.png"/><Relationship Id="rId25" Type="http://schemas.openxmlformats.org/officeDocument/2006/relationships/image" Target="../media/image136.png"/><Relationship Id="rId33" Type="http://schemas.openxmlformats.org/officeDocument/2006/relationships/image" Target="../media/image141.png"/><Relationship Id="rId2" Type="http://schemas.openxmlformats.org/officeDocument/2006/relationships/notesSlide" Target="../notesSlides/notesSlide32.xml"/><Relationship Id="rId16" Type="http://schemas.openxmlformats.org/officeDocument/2006/relationships/customXml" Target="../ink/ink119.xml"/><Relationship Id="rId20" Type="http://schemas.openxmlformats.org/officeDocument/2006/relationships/customXml" Target="../ink/ink121.xml"/><Relationship Id="rId29" Type="http://schemas.openxmlformats.org/officeDocument/2006/relationships/image" Target="../media/image138.png"/><Relationship Id="rId1" Type="http://schemas.openxmlformats.org/officeDocument/2006/relationships/slideLayout" Target="../slideLayouts/slideLayout2.xml"/><Relationship Id="rId6" Type="http://schemas.openxmlformats.org/officeDocument/2006/relationships/customXml" Target="../ink/ink114.xml"/><Relationship Id="rId11" Type="http://schemas.openxmlformats.org/officeDocument/2006/relationships/image" Target="../media/image129.png"/><Relationship Id="rId24" Type="http://schemas.openxmlformats.org/officeDocument/2006/relationships/customXml" Target="../ink/ink123.xml"/><Relationship Id="rId32" Type="http://schemas.openxmlformats.org/officeDocument/2006/relationships/customXml" Target="../ink/ink127.xml"/><Relationship Id="rId5" Type="http://schemas.openxmlformats.org/officeDocument/2006/relationships/image" Target="../media/image126.png"/><Relationship Id="rId15" Type="http://schemas.openxmlformats.org/officeDocument/2006/relationships/image" Target="../media/image131.png"/><Relationship Id="rId23" Type="http://schemas.openxmlformats.org/officeDocument/2006/relationships/image" Target="../media/image135.png"/><Relationship Id="rId28" Type="http://schemas.openxmlformats.org/officeDocument/2006/relationships/customXml" Target="../ink/ink125.xml"/><Relationship Id="rId10" Type="http://schemas.openxmlformats.org/officeDocument/2006/relationships/customXml" Target="../ink/ink116.xml"/><Relationship Id="rId19" Type="http://schemas.openxmlformats.org/officeDocument/2006/relationships/image" Target="../media/image133.png"/><Relationship Id="rId31" Type="http://schemas.openxmlformats.org/officeDocument/2006/relationships/image" Target="../media/image139.png"/><Relationship Id="rId4" Type="http://schemas.openxmlformats.org/officeDocument/2006/relationships/customXml" Target="../ink/ink113.xml"/><Relationship Id="rId9" Type="http://schemas.openxmlformats.org/officeDocument/2006/relationships/image" Target="../media/image128.png"/><Relationship Id="rId14" Type="http://schemas.openxmlformats.org/officeDocument/2006/relationships/customXml" Target="../ink/ink118.xml"/><Relationship Id="rId22" Type="http://schemas.openxmlformats.org/officeDocument/2006/relationships/customXml" Target="../ink/ink122.xml"/><Relationship Id="rId27" Type="http://schemas.openxmlformats.org/officeDocument/2006/relationships/image" Target="../media/image137.png"/><Relationship Id="rId30" Type="http://schemas.openxmlformats.org/officeDocument/2006/relationships/customXml" Target="../ink/ink126.xml"/><Relationship Id="rId35" Type="http://schemas.openxmlformats.org/officeDocument/2006/relationships/image" Target="../media/image142.png"/><Relationship Id="rId8" Type="http://schemas.openxmlformats.org/officeDocument/2006/relationships/customXml" Target="../ink/ink115.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1700.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600.png"/><Relationship Id="rId4" Type="http://schemas.openxmlformats.org/officeDocument/2006/relationships/image" Target="../media/image143.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147.png"/><Relationship Id="rId5" Type="http://schemas.openxmlformats.org/officeDocument/2006/relationships/image" Target="../media/image145.png"/><Relationship Id="rId4" Type="http://schemas.openxmlformats.org/officeDocument/2006/relationships/image" Target="../media/image144.w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8.tiff"/><Relationship Id="rId2" Type="http://schemas.openxmlformats.org/officeDocument/2006/relationships/notesSlide" Target="../notesSlides/notesSlide36.xml"/><Relationship Id="rId1" Type="http://schemas.openxmlformats.org/officeDocument/2006/relationships/slideLayout" Target="../slideLayouts/slideLayout4.xml"/><Relationship Id="rId11" Type="http://schemas.openxmlformats.org/officeDocument/2006/relationships/image" Target="../media/image210.png"/><Relationship Id="rId4" Type="http://schemas.openxmlformats.org/officeDocument/2006/relationships/customXml" Target="../ink/ink12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hyperlink" Target="https://docs.google.com/forms/d/e/1FAIpQLSfVanMSRe5ej1abngIQlN9LvSQmu1iiII1s9qM2Dvj4Hq6p5Q/viewfor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495425" y="4237219"/>
            <a:ext cx="6153150" cy="1818858"/>
          </a:xfrm>
        </p:spPr>
        <p:txBody>
          <a:bodyPr>
            <a:normAutofit/>
          </a:bodyPr>
          <a:lstStyle/>
          <a:p>
            <a:pPr marL="0" indent="0"/>
            <a:r>
              <a:rPr lang="en-US" dirty="0">
                <a:solidFill>
                  <a:srgbClr val="671E97"/>
                </a:solidFill>
              </a:rPr>
              <a:t>Dantong Yu </a:t>
            </a:r>
          </a:p>
          <a:p>
            <a:pPr marL="0" indent="0"/>
            <a:r>
              <a:rPr lang="en-US" dirty="0">
                <a:solidFill>
                  <a:srgbClr val="671E97"/>
                </a:solidFill>
              </a:rPr>
              <a:t>Professor</a:t>
            </a:r>
          </a:p>
        </p:txBody>
      </p:sp>
      <p:sp>
        <p:nvSpPr>
          <p:cNvPr id="3" name="Title 2"/>
          <p:cNvSpPr>
            <a:spLocks noGrp="1"/>
          </p:cNvSpPr>
          <p:nvPr>
            <p:ph type="ctrTitle"/>
          </p:nvPr>
        </p:nvSpPr>
        <p:spPr>
          <a:xfrm>
            <a:off x="380999" y="801922"/>
            <a:ext cx="8590613" cy="2885657"/>
          </a:xfrm>
        </p:spPr>
        <p:txBody>
          <a:bodyPr>
            <a:normAutofit/>
          </a:bodyPr>
          <a:lstStyle/>
          <a:p>
            <a:r>
              <a:rPr lang="en-US" b="1" dirty="0"/>
              <a:t>Introduction Machine Learning and AI</a:t>
            </a:r>
          </a:p>
        </p:txBody>
      </p:sp>
    </p:spTree>
    <p:extLst>
      <p:ext uri="{BB962C8B-B14F-4D97-AF65-F5344CB8AC3E}">
        <p14:creationId xmlns:p14="http://schemas.microsoft.com/office/powerpoint/2010/main" val="1261841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485775"/>
            <a:ext cx="8610600" cy="704850"/>
          </a:xfrm>
        </p:spPr>
        <p:txBody>
          <a:bodyPr>
            <a:normAutofit/>
          </a:bodyPr>
          <a:lstStyle/>
          <a:p>
            <a:r>
              <a:rPr lang="en-US" sz="3600" dirty="0"/>
              <a:t>Value-added in predictive science analysis</a:t>
            </a:r>
          </a:p>
        </p:txBody>
      </p:sp>
      <p:sp>
        <p:nvSpPr>
          <p:cNvPr id="3" name="Content Placeholder 2"/>
          <p:cNvSpPr>
            <a:spLocks noGrp="1"/>
          </p:cNvSpPr>
          <p:nvPr>
            <p:ph idx="1"/>
          </p:nvPr>
        </p:nvSpPr>
        <p:spPr>
          <a:xfrm>
            <a:off x="457200" y="1295400"/>
            <a:ext cx="8229600" cy="4724400"/>
          </a:xfrm>
        </p:spPr>
        <p:txBody>
          <a:bodyPr/>
          <a:lstStyle/>
          <a:p>
            <a:r>
              <a:rPr lang="en-US" sz="2400" dirty="0"/>
              <a:t>Hurricane Irma</a:t>
            </a:r>
          </a:p>
          <a:p>
            <a:pPr>
              <a:buFont typeface="Arial" charset="0"/>
              <a:buChar char="•"/>
            </a:pPr>
            <a:r>
              <a:rPr lang="en-US" sz="2400" dirty="0"/>
              <a:t> What is needed in addition to Wood board, bottle water. </a:t>
            </a:r>
          </a:p>
          <a:p>
            <a:pPr>
              <a:buFont typeface="Arial" charset="0"/>
              <a:buChar char="•"/>
            </a:pPr>
            <a:r>
              <a:rPr lang="en-US" sz="2400" dirty="0"/>
              <a:t> What about strawberry </a:t>
            </a:r>
            <a:r>
              <a:rPr lang="en-US" sz="2400" dirty="0" err="1"/>
              <a:t>poptarts</a:t>
            </a:r>
            <a:r>
              <a:rPr lang="en-US" sz="2400" dirty="0"/>
              <a:t>,  under-ware?</a:t>
            </a:r>
          </a:p>
          <a:p>
            <a:r>
              <a:rPr lang="en-US" sz="2400" dirty="0"/>
              <a:t>Did you hear Signet Bank in Virginia? </a:t>
            </a:r>
          </a:p>
          <a:p>
            <a:r>
              <a:rPr lang="en-US" sz="2400" dirty="0"/>
              <a:t>Customer Churn </a:t>
            </a:r>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F31175EC-99C1-FABF-F4A7-97EFB573ECA9}"/>
                  </a:ext>
                </a:extLst>
              </p14:cNvPr>
              <p14:cNvContentPartPr/>
              <p14:nvPr/>
            </p14:nvContentPartPr>
            <p14:xfrm>
              <a:off x="3023053" y="3094427"/>
              <a:ext cx="410400" cy="948600"/>
            </p14:xfrm>
          </p:contentPart>
        </mc:Choice>
        <mc:Fallback>
          <p:pic>
            <p:nvPicPr>
              <p:cNvPr id="6" name="Ink 5">
                <a:extLst>
                  <a:ext uri="{FF2B5EF4-FFF2-40B4-BE49-F238E27FC236}">
                    <a16:creationId xmlns:a16="http://schemas.microsoft.com/office/drawing/2014/main" id="{F31175EC-99C1-FABF-F4A7-97EFB573ECA9}"/>
                  </a:ext>
                </a:extLst>
              </p:cNvPr>
              <p:cNvPicPr/>
              <p:nvPr/>
            </p:nvPicPr>
            <p:blipFill>
              <a:blip r:embed="rId4"/>
              <a:stretch>
                <a:fillRect/>
              </a:stretch>
            </p:blipFill>
            <p:spPr>
              <a:xfrm>
                <a:off x="3012253" y="3083627"/>
                <a:ext cx="431640" cy="9698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6" name="Ink 15">
                <a:extLst>
                  <a:ext uri="{FF2B5EF4-FFF2-40B4-BE49-F238E27FC236}">
                    <a16:creationId xmlns:a16="http://schemas.microsoft.com/office/drawing/2014/main" id="{0F97746B-67D3-9EEC-E03B-6BA8C8539B82}"/>
                  </a:ext>
                </a:extLst>
              </p14:cNvPr>
              <p14:cNvContentPartPr/>
              <p14:nvPr/>
            </p14:nvContentPartPr>
            <p14:xfrm>
              <a:off x="2698333" y="5456747"/>
              <a:ext cx="4693320" cy="101520"/>
            </p14:xfrm>
          </p:contentPart>
        </mc:Choice>
        <mc:Fallback>
          <p:pic>
            <p:nvPicPr>
              <p:cNvPr id="16" name="Ink 15">
                <a:extLst>
                  <a:ext uri="{FF2B5EF4-FFF2-40B4-BE49-F238E27FC236}">
                    <a16:creationId xmlns:a16="http://schemas.microsoft.com/office/drawing/2014/main" id="{0F97746B-67D3-9EEC-E03B-6BA8C8539B82}"/>
                  </a:ext>
                </a:extLst>
              </p:cNvPr>
              <p:cNvPicPr/>
              <p:nvPr/>
            </p:nvPicPr>
            <p:blipFill>
              <a:blip r:embed="rId6"/>
              <a:stretch>
                <a:fillRect/>
              </a:stretch>
            </p:blipFill>
            <p:spPr>
              <a:xfrm>
                <a:off x="2684293" y="5442707"/>
                <a:ext cx="472176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7" name="Ink 16">
                <a:extLst>
                  <a:ext uri="{FF2B5EF4-FFF2-40B4-BE49-F238E27FC236}">
                    <a16:creationId xmlns:a16="http://schemas.microsoft.com/office/drawing/2014/main" id="{2BF7C980-D22D-E642-5161-56DEFA4ACC20}"/>
                  </a:ext>
                </a:extLst>
              </p14:cNvPr>
              <p14:cNvContentPartPr/>
              <p14:nvPr/>
            </p14:nvContentPartPr>
            <p14:xfrm>
              <a:off x="2404213" y="3992267"/>
              <a:ext cx="3876480" cy="1069560"/>
            </p14:xfrm>
          </p:contentPart>
        </mc:Choice>
        <mc:Fallback>
          <p:pic>
            <p:nvPicPr>
              <p:cNvPr id="17" name="Ink 16">
                <a:extLst>
                  <a:ext uri="{FF2B5EF4-FFF2-40B4-BE49-F238E27FC236}">
                    <a16:creationId xmlns:a16="http://schemas.microsoft.com/office/drawing/2014/main" id="{2BF7C980-D22D-E642-5161-56DEFA4ACC20}"/>
                  </a:ext>
                </a:extLst>
              </p:cNvPr>
              <p:cNvPicPr/>
              <p:nvPr/>
            </p:nvPicPr>
            <p:blipFill>
              <a:blip r:embed="rId8"/>
              <a:stretch>
                <a:fillRect/>
              </a:stretch>
            </p:blipFill>
            <p:spPr>
              <a:xfrm>
                <a:off x="2393772" y="3981827"/>
                <a:ext cx="3897722" cy="1090800"/>
              </a:xfrm>
              <a:prstGeom prst="rect">
                <a:avLst/>
              </a:prstGeom>
            </p:spPr>
          </p:pic>
        </mc:Fallback>
      </mc:AlternateContent>
    </p:spTree>
    <p:extLst>
      <p:ext uri="{BB962C8B-B14F-4D97-AF65-F5344CB8AC3E}">
        <p14:creationId xmlns:p14="http://schemas.microsoft.com/office/powerpoint/2010/main" val="1931013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681037"/>
            <a:ext cx="7886700" cy="1009652"/>
          </a:xfrm>
        </p:spPr>
        <p:txBody>
          <a:bodyPr>
            <a:normAutofit fontScale="90000"/>
          </a:bodyPr>
          <a:lstStyle/>
          <a:p>
            <a:pPr algn="l"/>
            <a:r>
              <a:rPr lang="en-US" b="1" dirty="0"/>
              <a:t>Data Mining and Machine Learning</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A set of principles, concepts, and techniques that structure thinking and analysis of data</a:t>
            </a:r>
          </a:p>
          <a:p>
            <a:pPr>
              <a:buFont typeface="Arial" panose="020B0604020202020204" pitchFamily="34" charset="0"/>
              <a:buChar char="•"/>
            </a:pPr>
            <a:r>
              <a:rPr lang="en-US" dirty="0"/>
              <a:t>Extracts useful information and knowledge from large volumes of data by following a process with reasonably well-defined steps</a:t>
            </a:r>
          </a:p>
          <a:p>
            <a:pPr>
              <a:buFont typeface="Arial" panose="020B0604020202020204" pitchFamily="34" charset="0"/>
              <a:buChar char="•"/>
            </a:pPr>
            <a:r>
              <a:rPr lang="en-US" dirty="0"/>
              <a:t>Changes the way you think about data and its role in business</a:t>
            </a:r>
          </a:p>
          <a:p>
            <a:pPr lvl="2">
              <a:buFont typeface="Arial" panose="020B0604020202020204" pitchFamily="34" charset="0"/>
              <a:buChar char="•"/>
            </a:pPr>
            <a:r>
              <a:rPr lang="en-US" dirty="0"/>
              <a:t>A common understanding:  you have valuable data, and you have an edge in the competition</a:t>
            </a:r>
          </a:p>
          <a:p>
            <a:pPr lvl="2">
              <a:buFont typeface="Arial" panose="020B0604020202020204" pitchFamily="34" charset="0"/>
              <a:buChar char="•"/>
            </a:pPr>
            <a:r>
              <a:rPr lang="en-US" dirty="0"/>
              <a:t>Data is an asset once you can extract non-obvious insight from data. It is an asset playing a vital role.</a:t>
            </a:r>
          </a:p>
          <a:p>
            <a:endParaRPr lang="en-US" dirty="0"/>
          </a:p>
        </p:txBody>
      </p:sp>
    </p:spTree>
    <p:extLst>
      <p:ext uri="{BB962C8B-B14F-4D97-AF65-F5344CB8AC3E}">
        <p14:creationId xmlns:p14="http://schemas.microsoft.com/office/powerpoint/2010/main" val="195061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05000" y="891623"/>
            <a:ext cx="4600575" cy="5953125"/>
            <a:chOff x="1542500" y="540847"/>
            <a:chExt cx="4600575" cy="5953125"/>
          </a:xfrm>
        </p:grpSpPr>
        <p:pic>
          <p:nvPicPr>
            <p:cNvPr id="10246" name="Picture 6" descr="http://1.bp.blogspot.com/-i3DMgAzrd78/Tc5rsrBeTtI/AAAAAAAABrQ/5-iQRRIwkMA/s1600/barbeque.bmp"/>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542500" y="540847"/>
              <a:ext cx="4600575" cy="595312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p:cNvGrpSpPr/>
            <p:nvPr/>
          </p:nvGrpSpPr>
          <p:grpSpPr>
            <a:xfrm>
              <a:off x="4724400" y="3387983"/>
              <a:ext cx="658246" cy="643574"/>
              <a:chOff x="4843545" y="2726242"/>
              <a:chExt cx="658246" cy="643574"/>
            </a:xfrm>
          </p:grpSpPr>
          <p:sp>
            <p:nvSpPr>
              <p:cNvPr id="7" name="TextBox 6"/>
              <p:cNvSpPr txBox="1"/>
              <p:nvPr/>
            </p:nvSpPr>
            <p:spPr>
              <a:xfrm rot="1171103">
                <a:off x="4857063" y="2726242"/>
                <a:ext cx="644728" cy="369332"/>
              </a:xfrm>
              <a:prstGeom prst="rect">
                <a:avLst/>
              </a:prstGeom>
              <a:noFill/>
            </p:spPr>
            <p:txBody>
              <a:bodyPr wrap="none" rtlCol="0">
                <a:spAutoFit/>
              </a:bodyPr>
              <a:lstStyle/>
              <a:p>
                <a:r>
                  <a:rPr lang="en-US" dirty="0">
                    <a:solidFill>
                      <a:srgbClr val="FF0066"/>
                    </a:solidFill>
                    <a:latin typeface="Calibri" pitchFamily="34" charset="0"/>
                    <a:cs typeface="Calibri" pitchFamily="34" charset="0"/>
                  </a:rPr>
                  <a:t>   I </a:t>
                </a:r>
                <a:r>
                  <a:rPr lang="en-US" dirty="0">
                    <a:solidFill>
                      <a:srgbClr val="FF0066"/>
                    </a:solidFill>
                    <a:latin typeface="Calibri" pitchFamily="34" charset="0"/>
                    <a:cs typeface="Calibri" pitchFamily="34" charset="0"/>
                    <a:sym typeface="Webdings"/>
                  </a:rPr>
                  <a:t>♥ </a:t>
                </a:r>
                <a:endParaRPr lang="en-US" dirty="0">
                  <a:solidFill>
                    <a:srgbClr val="FF0066"/>
                  </a:solidFill>
                  <a:latin typeface="Calibri" pitchFamily="34" charset="0"/>
                  <a:cs typeface="Calibri" pitchFamily="34" charset="0"/>
                </a:endParaRPr>
              </a:p>
            </p:txBody>
          </p:sp>
          <p:sp>
            <p:nvSpPr>
              <p:cNvPr id="13" name="TextBox 12"/>
              <p:cNvSpPr txBox="1"/>
              <p:nvPr/>
            </p:nvSpPr>
            <p:spPr>
              <a:xfrm rot="1171103">
                <a:off x="4843545" y="3000484"/>
                <a:ext cx="599716" cy="369332"/>
              </a:xfrm>
              <a:prstGeom prst="rect">
                <a:avLst/>
              </a:prstGeom>
              <a:noFill/>
            </p:spPr>
            <p:txBody>
              <a:bodyPr wrap="none" rtlCol="0">
                <a:spAutoFit/>
              </a:bodyPr>
              <a:lstStyle/>
              <a:p>
                <a:r>
                  <a:rPr lang="en-US" dirty="0">
                    <a:solidFill>
                      <a:srgbClr val="FF0066"/>
                    </a:solidFill>
                    <a:latin typeface="Calibri" pitchFamily="34" charset="0"/>
                    <a:cs typeface="Calibri" pitchFamily="34" charset="0"/>
                  </a:rPr>
                  <a:t>data</a:t>
                </a:r>
              </a:p>
            </p:txBody>
          </p:sp>
        </p:grpSp>
      </p:grpSp>
      <p:sp>
        <p:nvSpPr>
          <p:cNvPr id="9" name="TextBox 8"/>
          <p:cNvSpPr txBox="1"/>
          <p:nvPr/>
        </p:nvSpPr>
        <p:spPr>
          <a:xfrm>
            <a:off x="304800" y="156127"/>
            <a:ext cx="7075976" cy="769441"/>
          </a:xfrm>
          <a:prstGeom prst="rect">
            <a:avLst/>
          </a:prstGeom>
          <a:noFill/>
        </p:spPr>
        <p:txBody>
          <a:bodyPr wrap="none" rtlCol="0">
            <a:spAutoFit/>
          </a:bodyPr>
          <a:lstStyle/>
          <a:p>
            <a:r>
              <a:rPr lang="en-US" sz="4400" b="1" dirty="0">
                <a:solidFill>
                  <a:srgbClr val="0000FF"/>
                </a:solidFill>
                <a:latin typeface="+mj-lt"/>
                <a:cs typeface="Arial" pitchFamily="34" charset="0"/>
              </a:rPr>
              <a:t>How do you want that data?</a:t>
            </a:r>
          </a:p>
        </p:txBody>
      </p:sp>
    </p:spTree>
    <p:extLst>
      <p:ext uri="{BB962C8B-B14F-4D97-AF65-F5344CB8AC3E}">
        <p14:creationId xmlns:p14="http://schemas.microsoft.com/office/powerpoint/2010/main" val="342954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628650" y="630237"/>
            <a:ext cx="7886700" cy="1060452"/>
          </a:xfrm>
        </p:spPr>
        <p:txBody>
          <a:bodyPr>
            <a:normAutofit/>
          </a:bodyPr>
          <a:lstStyle/>
          <a:p>
            <a:pPr eaLnBrk="1" hangingPunct="1">
              <a:defRPr/>
            </a:pPr>
            <a:r>
              <a:rPr lang="en-US" dirty="0"/>
              <a:t>Machine Learning</a:t>
            </a:r>
            <a:r>
              <a:rPr lang="en-US" b="1" dirty="0"/>
              <a:t> is a process</a:t>
            </a:r>
          </a:p>
        </p:txBody>
      </p:sp>
      <p:sp>
        <p:nvSpPr>
          <p:cNvPr id="141315" name="Rectangle 3"/>
          <p:cNvSpPr>
            <a:spLocks noGrp="1" noChangeArrowheads="1"/>
          </p:cNvSpPr>
          <p:nvPr>
            <p:ph idx="1"/>
          </p:nvPr>
        </p:nvSpPr>
        <p:spPr>
          <a:xfrm>
            <a:off x="457200" y="2133600"/>
            <a:ext cx="8229600" cy="3560763"/>
          </a:xfrm>
        </p:spPr>
        <p:txBody>
          <a:bodyPr/>
          <a:lstStyle/>
          <a:p>
            <a:pPr eaLnBrk="1" hangingPunct="1">
              <a:buFontTx/>
              <a:buNone/>
              <a:defRPr/>
            </a:pPr>
            <a:r>
              <a:rPr lang="en-US" sz="2800" dirty="0"/>
              <a:t>science + craft + creativity + common sense</a:t>
            </a:r>
          </a:p>
          <a:p>
            <a:pPr eaLnBrk="1" hangingPunct="1">
              <a:buFontTx/>
              <a:buNone/>
              <a:defRPr/>
            </a:pPr>
            <a:endParaRPr lang="en-US" i="1" dirty="0">
              <a:solidFill>
                <a:srgbClr val="FFFF00"/>
              </a:solidFill>
            </a:endParaRPr>
          </a:p>
          <a:p>
            <a:pPr eaLnBrk="1" hangingPunct="1">
              <a:buFontTx/>
              <a:buNone/>
              <a:defRPr/>
            </a:pPr>
            <a:endParaRPr lang="en-US" i="1" dirty="0">
              <a:solidFill>
                <a:srgbClr val="FFFF00"/>
              </a:solidFill>
            </a:endParaRPr>
          </a:p>
        </p:txBody>
      </p:sp>
      <p:grpSp>
        <p:nvGrpSpPr>
          <p:cNvPr id="2" name="Group 16"/>
          <p:cNvGrpSpPr>
            <a:grpSpLocks/>
          </p:cNvGrpSpPr>
          <p:nvPr/>
        </p:nvGrpSpPr>
        <p:grpSpPr bwMode="auto">
          <a:xfrm>
            <a:off x="698500" y="2895601"/>
            <a:ext cx="3533778" cy="2325688"/>
            <a:chOff x="440" y="1824"/>
            <a:chExt cx="2226" cy="1465"/>
          </a:xfrm>
        </p:grpSpPr>
        <p:sp>
          <p:nvSpPr>
            <p:cNvPr id="24590" name="Line 10"/>
            <p:cNvSpPr>
              <a:spLocks noChangeShapeType="1"/>
            </p:cNvSpPr>
            <p:nvPr/>
          </p:nvSpPr>
          <p:spPr bwMode="auto">
            <a:xfrm>
              <a:off x="1584" y="1824"/>
              <a:ext cx="0" cy="768"/>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1323" name="Text Box 11"/>
            <p:cNvSpPr txBox="1">
              <a:spLocks noChangeArrowheads="1"/>
            </p:cNvSpPr>
            <p:nvPr/>
          </p:nvSpPr>
          <p:spPr bwMode="auto">
            <a:xfrm>
              <a:off x="440" y="2688"/>
              <a:ext cx="2226" cy="601"/>
            </a:xfrm>
            <a:prstGeom prst="rect">
              <a:avLst/>
            </a:prstGeom>
            <a:noFill/>
            <a:ln w="9525">
              <a:noFill/>
              <a:miter lim="800000"/>
              <a:headEnd/>
              <a:tailEnd/>
            </a:ln>
            <a:effectLst/>
          </p:spPr>
          <p:txBody>
            <a:bodyPr wrap="none">
              <a:spAutoFit/>
            </a:bodyPr>
            <a:lstStyle/>
            <a:p>
              <a:pPr eaLnBrk="1" hangingPunct="1">
                <a:spcBef>
                  <a:spcPct val="20000"/>
                </a:spcBef>
                <a:buClr>
                  <a:schemeClr val="hlink"/>
                </a:buClr>
                <a:buSzPct val="90000"/>
                <a:defRPr/>
              </a:pPr>
              <a:r>
                <a:rPr lang="en-US" sz="2800" dirty="0">
                  <a:solidFill>
                    <a:schemeClr val="tx1"/>
                  </a:solidFill>
                  <a:latin typeface="+mn-lt"/>
                  <a:cs typeface="+mn-cs"/>
                  <a:sym typeface="Wingdings" pitchFamily="2" charset="2"/>
                </a:rPr>
                <a:t>a </a:t>
              </a:r>
              <a:r>
                <a:rPr lang="en-US" sz="2800" dirty="0">
                  <a:sym typeface="Wingdings" pitchFamily="2" charset="2"/>
                </a:rPr>
                <a:t>new </a:t>
              </a:r>
              <a:r>
                <a:rPr lang="en-US" sz="2800" dirty="0">
                  <a:solidFill>
                    <a:schemeClr val="tx1"/>
                  </a:solidFill>
                  <a:latin typeface="+mn-lt"/>
                  <a:cs typeface="+mn-cs"/>
                  <a:sym typeface="Wingdings" pitchFamily="2" charset="2"/>
                </a:rPr>
                <a:t>business </a:t>
              </a:r>
              <a:r>
                <a:rPr lang="en-US" sz="2800" i="1" u="sng" dirty="0">
                  <a:solidFill>
                    <a:schemeClr val="tx1"/>
                  </a:solidFill>
                  <a:latin typeface="+mn-lt"/>
                  <a:cs typeface="+mn-cs"/>
                  <a:sym typeface="Wingdings" pitchFamily="2" charset="2"/>
                </a:rPr>
                <a:t>process</a:t>
              </a:r>
              <a:endParaRPr lang="en-US" sz="2800" i="1" u="sng" dirty="0">
                <a:solidFill>
                  <a:schemeClr val="tx1"/>
                </a:solidFill>
                <a:latin typeface="+mn-lt"/>
                <a:cs typeface="+mn-cs"/>
              </a:endParaRPr>
            </a:p>
            <a:p>
              <a:pPr>
                <a:defRPr/>
              </a:pPr>
              <a:endParaRPr lang="en-US" sz="2800" dirty="0"/>
            </a:p>
          </p:txBody>
        </p:sp>
      </p:grpSp>
      <p:grpSp>
        <p:nvGrpSpPr>
          <p:cNvPr id="3" name="Group 12"/>
          <p:cNvGrpSpPr>
            <a:grpSpLocks/>
          </p:cNvGrpSpPr>
          <p:nvPr/>
        </p:nvGrpSpPr>
        <p:grpSpPr bwMode="auto">
          <a:xfrm>
            <a:off x="1447800" y="2895600"/>
            <a:ext cx="4724400" cy="1295400"/>
            <a:chOff x="912" y="1824"/>
            <a:chExt cx="2976" cy="816"/>
          </a:xfrm>
        </p:grpSpPr>
        <p:sp>
          <p:nvSpPr>
            <p:cNvPr id="24587" name="Line 13"/>
            <p:cNvSpPr>
              <a:spLocks noChangeShapeType="1"/>
            </p:cNvSpPr>
            <p:nvPr/>
          </p:nvSpPr>
          <p:spPr bwMode="auto">
            <a:xfrm flipH="1" flipV="1">
              <a:off x="912" y="1824"/>
              <a:ext cx="336" cy="768"/>
            </a:xfrm>
            <a:prstGeom prst="line">
              <a:avLst/>
            </a:prstGeom>
            <a:noFill/>
            <a:ln w="28575">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8" name="Line 14"/>
            <p:cNvSpPr>
              <a:spLocks noChangeShapeType="1"/>
            </p:cNvSpPr>
            <p:nvPr/>
          </p:nvSpPr>
          <p:spPr bwMode="auto">
            <a:xfrm flipV="1">
              <a:off x="1872" y="1872"/>
              <a:ext cx="576" cy="720"/>
            </a:xfrm>
            <a:prstGeom prst="line">
              <a:avLst/>
            </a:prstGeom>
            <a:noFill/>
            <a:ln w="28575">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9" name="Line 15"/>
            <p:cNvSpPr>
              <a:spLocks noChangeShapeType="1"/>
            </p:cNvSpPr>
            <p:nvPr/>
          </p:nvSpPr>
          <p:spPr bwMode="auto">
            <a:xfrm flipV="1">
              <a:off x="2064" y="1824"/>
              <a:ext cx="1824" cy="816"/>
            </a:xfrm>
            <a:prstGeom prst="line">
              <a:avLst/>
            </a:prstGeom>
            <a:noFill/>
            <a:ln w="28575">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162732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681037"/>
            <a:ext cx="7886700" cy="1009652"/>
          </a:xfrm>
        </p:spPr>
        <p:txBody>
          <a:bodyPr/>
          <a:lstStyle/>
          <a:p>
            <a:pPr algn="l"/>
            <a:r>
              <a:rPr lang="en-US" b="1" dirty="0"/>
              <a:t>Data Opportunities</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3600" dirty="0"/>
              <a:t>Volume of data</a:t>
            </a:r>
          </a:p>
          <a:p>
            <a:pPr>
              <a:buFont typeface="Arial" panose="020B0604020202020204" pitchFamily="34" charset="0"/>
              <a:buChar char="•"/>
            </a:pPr>
            <a:r>
              <a:rPr lang="en-US" sz="3600" dirty="0"/>
              <a:t>Variety of data</a:t>
            </a:r>
          </a:p>
          <a:p>
            <a:pPr>
              <a:buFont typeface="Arial" panose="020B0604020202020204" pitchFamily="34" charset="0"/>
              <a:buChar char="•"/>
            </a:pPr>
            <a:r>
              <a:rPr lang="en-US" sz="3600" dirty="0"/>
              <a:t>Powerful computers</a:t>
            </a:r>
          </a:p>
          <a:p>
            <a:pPr>
              <a:buFont typeface="Arial" panose="020B0604020202020204" pitchFamily="34" charset="0"/>
              <a:buChar char="•"/>
            </a:pPr>
            <a:r>
              <a:rPr lang="en-US" sz="3600" dirty="0"/>
              <a:t>Better algorithms</a:t>
            </a:r>
          </a:p>
        </p:txBody>
      </p:sp>
    </p:spTree>
    <p:extLst>
      <p:ext uri="{BB962C8B-B14F-4D97-AF65-F5344CB8AC3E}">
        <p14:creationId xmlns:p14="http://schemas.microsoft.com/office/powerpoint/2010/main" val="182256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534400" cy="987552"/>
          </a:xfrm>
        </p:spPr>
        <p:txBody>
          <a:bodyPr>
            <a:noAutofit/>
          </a:bodyPr>
          <a:lstStyle/>
          <a:p>
            <a:pPr algn="l"/>
            <a:r>
              <a:rPr lang="en-US" sz="3600" b="1" dirty="0"/>
              <a:t>Data Mining/Machine Learning Process</a:t>
            </a:r>
          </a:p>
        </p:txBody>
      </p:sp>
      <p:pic>
        <p:nvPicPr>
          <p:cNvPr id="16" name="Picture 15" descr="CRISP-DM"/>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595859" y="1295399"/>
            <a:ext cx="4780613" cy="4780613"/>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
        <p:nvSpPr>
          <p:cNvPr id="4" name="Content Placeholder 2"/>
          <p:cNvSpPr>
            <a:spLocks noGrp="1"/>
          </p:cNvSpPr>
          <p:nvPr>
            <p:ph idx="1"/>
          </p:nvPr>
        </p:nvSpPr>
        <p:spPr>
          <a:xfrm>
            <a:off x="5715000" y="1204424"/>
            <a:ext cx="3429000" cy="5029200"/>
          </a:xfrm>
        </p:spPr>
        <p:txBody>
          <a:bodyPr/>
          <a:lstStyle/>
          <a:p>
            <a:pPr>
              <a:buFont typeface="Arial" panose="020B0604020202020204" pitchFamily="34" charset="0"/>
              <a:buChar char="•"/>
            </a:pPr>
            <a:r>
              <a:rPr lang="en-US" dirty="0"/>
              <a:t>Business Understanding</a:t>
            </a:r>
          </a:p>
          <a:p>
            <a:pPr>
              <a:buFont typeface="Arial" panose="020B0604020202020204" pitchFamily="34" charset="0"/>
              <a:buChar char="•"/>
            </a:pPr>
            <a:r>
              <a:rPr lang="en-US" dirty="0"/>
              <a:t>Data Understanding</a:t>
            </a:r>
          </a:p>
          <a:p>
            <a:pPr>
              <a:buFont typeface="Arial" panose="020B0604020202020204" pitchFamily="34" charset="0"/>
              <a:buChar char="•"/>
            </a:pPr>
            <a:r>
              <a:rPr lang="en-US" dirty="0"/>
              <a:t>Data Preparation</a:t>
            </a:r>
          </a:p>
          <a:p>
            <a:pPr>
              <a:buFont typeface="Arial" panose="020B0604020202020204" pitchFamily="34" charset="0"/>
              <a:buChar char="•"/>
            </a:pPr>
            <a:r>
              <a:rPr lang="en-US" dirty="0"/>
              <a:t>Modeling</a:t>
            </a:r>
          </a:p>
          <a:p>
            <a:pPr>
              <a:buFont typeface="Arial" panose="020B0604020202020204" pitchFamily="34" charset="0"/>
              <a:buChar char="•"/>
            </a:pPr>
            <a:r>
              <a:rPr lang="en-US" dirty="0"/>
              <a:t>Evaluation</a:t>
            </a:r>
          </a:p>
          <a:p>
            <a:pPr>
              <a:buFont typeface="Arial" panose="020B0604020202020204" pitchFamily="34" charset="0"/>
              <a:buChar char="•"/>
            </a:pPr>
            <a:r>
              <a:rPr lang="en-US" dirty="0"/>
              <a:t>Deployment</a:t>
            </a:r>
          </a:p>
          <a:p>
            <a:endParaRPr lang="en-US" dirty="0"/>
          </a:p>
        </p:txBody>
      </p:sp>
    </p:spTree>
    <p:extLst>
      <p:ext uri="{BB962C8B-B14F-4D97-AF65-F5344CB8AC3E}">
        <p14:creationId xmlns:p14="http://schemas.microsoft.com/office/powerpoint/2010/main" val="573131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471" y="63934"/>
            <a:ext cx="8991600" cy="987552"/>
          </a:xfrm>
        </p:spPr>
        <p:txBody>
          <a:bodyPr>
            <a:normAutofit/>
          </a:bodyPr>
          <a:lstStyle/>
          <a:p>
            <a:r>
              <a:rPr lang="en-US" dirty="0"/>
              <a:t>From Data Mining to Machine Learning</a:t>
            </a:r>
          </a:p>
        </p:txBody>
      </p:sp>
      <p:sp>
        <p:nvSpPr>
          <p:cNvPr id="3" name="Content Placeholder 2"/>
          <p:cNvSpPr>
            <a:spLocks noGrp="1"/>
          </p:cNvSpPr>
          <p:nvPr>
            <p:ph idx="1"/>
          </p:nvPr>
        </p:nvSpPr>
        <p:spPr>
          <a:xfrm>
            <a:off x="0" y="1066801"/>
            <a:ext cx="8991600" cy="1930400"/>
          </a:xfrm>
        </p:spPr>
        <p:txBody>
          <a:bodyPr>
            <a:normAutofit/>
          </a:bodyPr>
          <a:lstStyle/>
          <a:p>
            <a:r>
              <a:rPr lang="en-US" sz="4000" b="1" dirty="0">
                <a:solidFill>
                  <a:srgbClr val="0000FF"/>
                </a:solidFill>
              </a:rPr>
              <a:t>Data Mining ≈ Big Data ≈ </a:t>
            </a:r>
            <a:br>
              <a:rPr lang="en-US" sz="4000" b="1" dirty="0">
                <a:solidFill>
                  <a:srgbClr val="0000FF"/>
                </a:solidFill>
              </a:rPr>
            </a:br>
            <a:r>
              <a:rPr lang="en-US" sz="4000" b="1" dirty="0">
                <a:solidFill>
                  <a:srgbClr val="0000FF"/>
                </a:solidFill>
              </a:rPr>
              <a:t>Predictive Analytics ≈ Data Science </a:t>
            </a:r>
            <a:r>
              <a:rPr lang="en-US" sz="4000" b="1" dirty="0">
                <a:solidFill>
                  <a:srgbClr val="0000FF"/>
                </a:solidFill>
                <a:sym typeface="Wingdings"/>
              </a:rPr>
              <a:t> </a:t>
            </a:r>
            <a:r>
              <a:rPr lang="en-US" sz="4000" b="1" dirty="0">
                <a:solidFill>
                  <a:srgbClr val="0000FF"/>
                </a:solidFill>
              </a:rPr>
              <a:t>Machine Learning</a:t>
            </a:r>
          </a:p>
          <a:p>
            <a:endParaRPr lang="en-US" sz="4000" b="1" dirty="0">
              <a:solidFill>
                <a:srgbClr val="0000FF"/>
              </a:solidFill>
            </a:endParaRPr>
          </a:p>
          <a:p>
            <a:endParaRPr lang="en-US" sz="4000" dirty="0"/>
          </a:p>
        </p:txBody>
      </p:sp>
      <p:sp>
        <p:nvSpPr>
          <p:cNvPr id="4" name="Rectangle 2"/>
          <p:cNvSpPr txBox="1">
            <a:spLocks noChangeArrowheads="1"/>
          </p:cNvSpPr>
          <p:nvPr/>
        </p:nvSpPr>
        <p:spPr bwMode="auto">
          <a:xfrm>
            <a:off x="372716" y="2895600"/>
            <a:ext cx="5544380" cy="30640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62500" lnSpcReduction="20000"/>
          </a:bodyPr>
          <a:lstStyle>
            <a:lvl1pPr marL="342900" indent="-342900" algn="l" rtl="0" eaLnBrk="1" fontAlgn="base" hangingPunct="1">
              <a:spcBef>
                <a:spcPct val="100000"/>
              </a:spcBef>
              <a:spcAft>
                <a:spcPct val="0"/>
              </a:spcAft>
              <a:defRPr sz="2000">
                <a:solidFill>
                  <a:schemeClr val="tx1"/>
                </a:solidFill>
                <a:latin typeface="+mn-lt"/>
                <a:ea typeface="+mn-ea"/>
                <a:cs typeface="+mn-cs"/>
              </a:defRPr>
            </a:lvl1pPr>
            <a:lvl2pPr marL="230188" indent="-228600" algn="l" rtl="0" eaLnBrk="1" fontAlgn="base" hangingPunct="1">
              <a:spcBef>
                <a:spcPct val="50000"/>
              </a:spcBef>
              <a:spcAft>
                <a:spcPct val="0"/>
              </a:spcAft>
              <a:buClr>
                <a:schemeClr val="bg2"/>
              </a:buClr>
              <a:buChar char="•"/>
              <a:defRPr sz="2000">
                <a:solidFill>
                  <a:schemeClr val="tx1"/>
                </a:solidFill>
                <a:latin typeface="+mn-lt"/>
                <a:cs typeface="+mn-cs"/>
              </a:defRPr>
            </a:lvl2pPr>
            <a:lvl3pPr marL="687388" indent="-227013" algn="l" rtl="0" eaLnBrk="1" fontAlgn="base" hangingPunct="1">
              <a:spcBef>
                <a:spcPct val="40000"/>
              </a:spcBef>
              <a:spcAft>
                <a:spcPct val="0"/>
              </a:spcAft>
              <a:buClr>
                <a:schemeClr val="tx2"/>
              </a:buClr>
              <a:buSzPct val="90000"/>
              <a:buFont typeface="Wingdings" pitchFamily="2" charset="2"/>
              <a:buChar char="§"/>
              <a:defRPr sz="1800">
                <a:solidFill>
                  <a:schemeClr val="tx1"/>
                </a:solidFill>
                <a:latin typeface="+mn-lt"/>
                <a:cs typeface="+mn-cs"/>
              </a:defRPr>
            </a:lvl3pPr>
            <a:lvl4pPr marL="1082675" indent="-168275" algn="l" rtl="0" eaLnBrk="1" fontAlgn="base" hangingPunct="1">
              <a:spcBef>
                <a:spcPct val="25000"/>
              </a:spcBef>
              <a:spcAft>
                <a:spcPct val="0"/>
              </a:spcAft>
              <a:buClr>
                <a:schemeClr val="bg2"/>
              </a:buClr>
              <a:buChar char="•"/>
              <a:defRPr sz="1600">
                <a:solidFill>
                  <a:schemeClr val="tx1"/>
                </a:solidFill>
                <a:latin typeface="+mn-lt"/>
                <a:cs typeface="+mn-cs"/>
              </a:defRPr>
            </a:lvl4pPr>
            <a:lvl5pPr marL="1490663" indent="-177800" algn="l" rtl="0" eaLnBrk="1" fontAlgn="base" hangingPunct="1">
              <a:spcBef>
                <a:spcPct val="25000"/>
              </a:spcBef>
              <a:spcAft>
                <a:spcPct val="0"/>
              </a:spcAft>
              <a:buClr>
                <a:schemeClr val="tx2"/>
              </a:buClr>
              <a:buSzPct val="90000"/>
              <a:buFont typeface="Wingdings" pitchFamily="2" charset="2"/>
              <a:buChar char="§"/>
              <a:defRPr sz="1400">
                <a:solidFill>
                  <a:schemeClr val="tx1"/>
                </a:solidFill>
                <a:latin typeface="+mn-lt"/>
                <a:cs typeface="+mn-cs"/>
              </a:defRPr>
            </a:lvl5pPr>
            <a:lvl6pPr marL="1947863" indent="-177800" algn="l" rtl="0" eaLnBrk="1" fontAlgn="base" hangingPunct="1">
              <a:spcBef>
                <a:spcPct val="25000"/>
              </a:spcBef>
              <a:spcAft>
                <a:spcPct val="0"/>
              </a:spcAft>
              <a:buClr>
                <a:schemeClr val="tx2"/>
              </a:buClr>
              <a:buSzPct val="90000"/>
              <a:buFont typeface="Wingdings" pitchFamily="2" charset="2"/>
              <a:buChar char="§"/>
              <a:defRPr sz="1200">
                <a:solidFill>
                  <a:schemeClr val="tx1"/>
                </a:solidFill>
                <a:latin typeface="+mn-lt"/>
                <a:cs typeface="+mn-cs"/>
              </a:defRPr>
            </a:lvl6pPr>
            <a:lvl7pPr marL="2405063" indent="-177800" algn="l" rtl="0" eaLnBrk="1" fontAlgn="base" hangingPunct="1">
              <a:spcBef>
                <a:spcPct val="25000"/>
              </a:spcBef>
              <a:spcAft>
                <a:spcPct val="0"/>
              </a:spcAft>
              <a:buClr>
                <a:schemeClr val="tx2"/>
              </a:buClr>
              <a:buSzPct val="90000"/>
              <a:buFont typeface="Wingdings" pitchFamily="2" charset="2"/>
              <a:buChar char="§"/>
              <a:defRPr sz="1200">
                <a:solidFill>
                  <a:schemeClr val="tx1"/>
                </a:solidFill>
                <a:latin typeface="+mn-lt"/>
                <a:cs typeface="+mn-cs"/>
              </a:defRPr>
            </a:lvl7pPr>
            <a:lvl8pPr marL="2862263" indent="-177800" algn="l" rtl="0" eaLnBrk="1" fontAlgn="base" hangingPunct="1">
              <a:spcBef>
                <a:spcPct val="25000"/>
              </a:spcBef>
              <a:spcAft>
                <a:spcPct val="0"/>
              </a:spcAft>
              <a:buClr>
                <a:schemeClr val="tx2"/>
              </a:buClr>
              <a:buSzPct val="90000"/>
              <a:buFont typeface="Wingdings" pitchFamily="2" charset="2"/>
              <a:buChar char="§"/>
              <a:defRPr sz="1200">
                <a:solidFill>
                  <a:schemeClr val="tx1"/>
                </a:solidFill>
                <a:latin typeface="+mn-lt"/>
                <a:cs typeface="+mn-cs"/>
              </a:defRPr>
            </a:lvl8pPr>
            <a:lvl9pPr marL="3319463" indent="-177800" algn="l" rtl="0" eaLnBrk="1" fontAlgn="base" hangingPunct="1">
              <a:spcBef>
                <a:spcPct val="25000"/>
              </a:spcBef>
              <a:spcAft>
                <a:spcPct val="0"/>
              </a:spcAft>
              <a:buClr>
                <a:schemeClr val="tx2"/>
              </a:buClr>
              <a:buSzPct val="90000"/>
              <a:buFont typeface="Wingdings" pitchFamily="2" charset="2"/>
              <a:buChar char="§"/>
              <a:defRPr sz="1200">
                <a:solidFill>
                  <a:schemeClr val="tx1"/>
                </a:solidFill>
                <a:latin typeface="+mn-lt"/>
                <a:cs typeface="+mn-cs"/>
              </a:defRPr>
            </a:lvl9pPr>
          </a:lstStyle>
          <a:p>
            <a:pPr defTabSz="914400">
              <a:lnSpc>
                <a:spcPct val="100000"/>
              </a:lnSpc>
              <a:buClrTx/>
              <a:buSzTx/>
              <a:buFontTx/>
            </a:pPr>
            <a:r>
              <a:rPr lang="en-US" b="1" kern="0" dirty="0">
                <a:solidFill>
                  <a:srgbClr val="FF0066"/>
                </a:solidFill>
              </a:rPr>
              <a:t>Data mining overlaps with:</a:t>
            </a:r>
          </a:p>
          <a:p>
            <a:pPr lvl="1" defTabSz="914400">
              <a:lnSpc>
                <a:spcPct val="100000"/>
              </a:lnSpc>
              <a:buSzTx/>
              <a:buFontTx/>
            </a:pPr>
            <a:r>
              <a:rPr lang="en-US" b="1" kern="0" dirty="0">
                <a:solidFill>
                  <a:srgbClr val="0000FF"/>
                </a:solidFill>
              </a:rPr>
              <a:t>Databases:</a:t>
            </a:r>
            <a:r>
              <a:rPr lang="en-US" kern="0" dirty="0"/>
              <a:t> Large-scale data, simple queries</a:t>
            </a:r>
          </a:p>
          <a:p>
            <a:pPr lvl="1" defTabSz="914400">
              <a:lnSpc>
                <a:spcPct val="100000"/>
              </a:lnSpc>
              <a:buSzTx/>
              <a:buFontTx/>
            </a:pPr>
            <a:r>
              <a:rPr lang="en-US" b="1" kern="0" dirty="0">
                <a:solidFill>
                  <a:srgbClr val="0000FF"/>
                </a:solidFill>
              </a:rPr>
              <a:t>Machine learning:</a:t>
            </a:r>
            <a:r>
              <a:rPr lang="en-US" kern="0" dirty="0">
                <a:solidFill>
                  <a:srgbClr val="0000FF"/>
                </a:solidFill>
              </a:rPr>
              <a:t> </a:t>
            </a:r>
            <a:r>
              <a:rPr lang="en-US" kern="0" dirty="0"/>
              <a:t>Complex models (Deep Neural Networks)</a:t>
            </a:r>
          </a:p>
          <a:p>
            <a:pPr lvl="1" defTabSz="914400">
              <a:lnSpc>
                <a:spcPct val="100000"/>
              </a:lnSpc>
              <a:buSzTx/>
              <a:buFontTx/>
            </a:pPr>
            <a:r>
              <a:rPr lang="en-US" b="1" kern="0" dirty="0">
                <a:solidFill>
                  <a:srgbClr val="0000FF"/>
                </a:solidFill>
              </a:rPr>
              <a:t>CS Theory:</a:t>
            </a:r>
            <a:r>
              <a:rPr lang="en-US" kern="0" dirty="0">
                <a:solidFill>
                  <a:srgbClr val="0000FF"/>
                </a:solidFill>
              </a:rPr>
              <a:t> </a:t>
            </a:r>
            <a:r>
              <a:rPr lang="en-US" kern="0" dirty="0"/>
              <a:t>(Randomized) Algorithms </a:t>
            </a:r>
          </a:p>
          <a:p>
            <a:pPr defTabSz="914400">
              <a:lnSpc>
                <a:spcPct val="100000"/>
              </a:lnSpc>
              <a:buClrTx/>
              <a:buSzTx/>
              <a:buFontTx/>
            </a:pPr>
            <a:r>
              <a:rPr lang="en-US" b="1" kern="0" dirty="0"/>
              <a:t>Different cultures:</a:t>
            </a:r>
          </a:p>
          <a:p>
            <a:pPr lvl="1" defTabSz="914400">
              <a:lnSpc>
                <a:spcPct val="100000"/>
              </a:lnSpc>
              <a:buSzTx/>
              <a:buFontTx/>
            </a:pPr>
            <a:r>
              <a:rPr lang="en-US" kern="0" dirty="0"/>
              <a:t>To a DB person, data mining is an extreme form of </a:t>
            </a:r>
            <a:r>
              <a:rPr lang="en-US" b="1" kern="0" dirty="0">
                <a:solidFill>
                  <a:srgbClr val="FF0066"/>
                </a:solidFill>
              </a:rPr>
              <a:t>analytic processing</a:t>
            </a:r>
            <a:r>
              <a:rPr lang="en-US" kern="0" dirty="0"/>
              <a:t> – queries that examine large amounts of data</a:t>
            </a:r>
          </a:p>
          <a:p>
            <a:pPr lvl="2" defTabSz="914400">
              <a:lnSpc>
                <a:spcPct val="100000"/>
              </a:lnSpc>
            </a:pPr>
            <a:r>
              <a:rPr lang="en-US" sz="1900" b="1" kern="0" dirty="0"/>
              <a:t>Result is the query answer</a:t>
            </a:r>
          </a:p>
          <a:p>
            <a:pPr lvl="1" defTabSz="914400">
              <a:lnSpc>
                <a:spcPct val="100000"/>
              </a:lnSpc>
              <a:buSzTx/>
              <a:buFontTx/>
            </a:pPr>
            <a:r>
              <a:rPr lang="en-US" kern="0" dirty="0"/>
              <a:t>To a ML person, data-mining process</a:t>
            </a:r>
            <a:br>
              <a:rPr lang="en-US" kern="0" dirty="0"/>
            </a:br>
            <a:r>
              <a:rPr lang="en-US" kern="0" dirty="0"/>
              <a:t>is the </a:t>
            </a:r>
            <a:r>
              <a:rPr lang="en-US" b="1" kern="0" dirty="0">
                <a:solidFill>
                  <a:srgbClr val="FF0066"/>
                </a:solidFill>
              </a:rPr>
              <a:t>inference of models</a:t>
            </a:r>
          </a:p>
          <a:p>
            <a:pPr lvl="2" defTabSz="914400">
              <a:lnSpc>
                <a:spcPct val="100000"/>
              </a:lnSpc>
            </a:pPr>
            <a:r>
              <a:rPr lang="en-US" sz="1900" b="1" kern="0" dirty="0"/>
              <a:t>Result is the parameters of the model</a:t>
            </a:r>
          </a:p>
          <a:p>
            <a:pPr defTabSz="914400">
              <a:lnSpc>
                <a:spcPct val="100000"/>
              </a:lnSpc>
              <a:buClrTx/>
              <a:buSzTx/>
              <a:buFontTx/>
            </a:pPr>
            <a:r>
              <a:rPr lang="en-US" b="1" kern="0" dirty="0"/>
              <a:t>In this class we will do both!</a:t>
            </a:r>
          </a:p>
        </p:txBody>
      </p:sp>
      <p:sp>
        <p:nvSpPr>
          <p:cNvPr id="9" name="Oval 3"/>
          <p:cNvSpPr>
            <a:spLocks noChangeArrowheads="1"/>
          </p:cNvSpPr>
          <p:nvPr/>
        </p:nvSpPr>
        <p:spPr bwMode="auto">
          <a:xfrm>
            <a:off x="6793396" y="4384863"/>
            <a:ext cx="1676400" cy="1574800"/>
          </a:xfrm>
          <a:prstGeom prst="ellipse">
            <a:avLst/>
          </a:prstGeom>
          <a:solidFill>
            <a:schemeClr val="accent2"/>
          </a:solidFill>
          <a:ln w="12700">
            <a:solidFill>
              <a:schemeClr val="tx1"/>
            </a:solidFill>
            <a:round/>
            <a:headEnd type="none" w="sm" len="sm"/>
            <a:tailEnd type="none" w="sm" len="sm"/>
          </a:ln>
          <a:effectLst/>
        </p:spPr>
        <p:txBody>
          <a:bodyPr wrap="none" anchor="ctr"/>
          <a:lstStyle/>
          <a:p>
            <a:endParaRPr lang="en-US"/>
          </a:p>
        </p:txBody>
      </p:sp>
      <p:sp>
        <p:nvSpPr>
          <p:cNvPr id="10" name="Oval 4"/>
          <p:cNvSpPr>
            <a:spLocks noChangeArrowheads="1"/>
          </p:cNvSpPr>
          <p:nvPr/>
        </p:nvSpPr>
        <p:spPr bwMode="auto">
          <a:xfrm>
            <a:off x="6183796" y="3241862"/>
            <a:ext cx="1600200" cy="1519027"/>
          </a:xfrm>
          <a:prstGeom prst="ellipse">
            <a:avLst/>
          </a:prstGeom>
          <a:solidFill>
            <a:srgbClr val="CC3300"/>
          </a:solidFill>
          <a:ln w="12700">
            <a:solidFill>
              <a:schemeClr val="tx1"/>
            </a:solidFill>
            <a:round/>
            <a:headEnd type="none" w="sm" len="sm"/>
            <a:tailEnd type="none" w="sm" len="sm"/>
          </a:ln>
          <a:effectLst/>
        </p:spPr>
        <p:txBody>
          <a:bodyPr wrap="none" anchor="ctr"/>
          <a:lstStyle/>
          <a:p>
            <a:endParaRPr lang="en-US"/>
          </a:p>
        </p:txBody>
      </p:sp>
      <p:sp>
        <p:nvSpPr>
          <p:cNvPr id="11" name="Oval 9"/>
          <p:cNvSpPr>
            <a:spLocks noChangeArrowheads="1"/>
          </p:cNvSpPr>
          <p:nvPr/>
        </p:nvSpPr>
        <p:spPr bwMode="auto">
          <a:xfrm>
            <a:off x="7555396" y="3160690"/>
            <a:ext cx="1600200" cy="1574800"/>
          </a:xfrm>
          <a:prstGeom prst="ellipse">
            <a:avLst/>
          </a:prstGeom>
          <a:solidFill>
            <a:schemeClr val="accent1"/>
          </a:solidFill>
          <a:ln w="12700">
            <a:solidFill>
              <a:schemeClr val="tx1"/>
            </a:solidFill>
            <a:round/>
            <a:headEnd type="none" w="sm" len="sm"/>
            <a:tailEnd type="none" w="sm" len="sm"/>
          </a:ln>
          <a:effectLst/>
        </p:spPr>
        <p:txBody>
          <a:bodyPr wrap="none" anchor="ctr"/>
          <a:lstStyle/>
          <a:p>
            <a:endParaRPr lang="en-US"/>
          </a:p>
        </p:txBody>
      </p:sp>
      <p:sp>
        <p:nvSpPr>
          <p:cNvPr id="12" name="Text Box 10"/>
          <p:cNvSpPr txBox="1">
            <a:spLocks noChangeArrowheads="1"/>
          </p:cNvSpPr>
          <p:nvPr/>
        </p:nvSpPr>
        <p:spPr bwMode="auto">
          <a:xfrm>
            <a:off x="7720496" y="3624924"/>
            <a:ext cx="1511300" cy="646331"/>
          </a:xfrm>
          <a:prstGeom prst="rect">
            <a:avLst/>
          </a:prstGeom>
          <a:noFill/>
          <a:ln w="12700">
            <a:noFill/>
            <a:miter lim="800000"/>
            <a:headEnd type="none" w="sm" len="sm"/>
            <a:tailEnd type="none" w="sm" len="sm"/>
          </a:ln>
          <a:effectLst/>
        </p:spPr>
        <p:txBody>
          <a:bodyPr wrap="square" lIns="0" rIns="0">
            <a:spAutoFit/>
          </a:bodyPr>
          <a:lstStyle/>
          <a:p>
            <a:pPr algn="ctr">
              <a:spcBef>
                <a:spcPct val="50000"/>
              </a:spcBef>
            </a:pPr>
            <a:r>
              <a:rPr lang="en-US" sz="1800" b="0" dirty="0"/>
              <a:t>Machine </a:t>
            </a:r>
            <a:br>
              <a:rPr lang="en-US" sz="1800" b="0" dirty="0"/>
            </a:br>
            <a:r>
              <a:rPr lang="en-US" sz="1800" b="0" dirty="0"/>
              <a:t>Learning</a:t>
            </a:r>
          </a:p>
        </p:txBody>
      </p:sp>
      <p:sp>
        <p:nvSpPr>
          <p:cNvPr id="13" name="Text Box 11"/>
          <p:cNvSpPr txBox="1">
            <a:spLocks noChangeArrowheads="1"/>
          </p:cNvSpPr>
          <p:nvPr/>
        </p:nvSpPr>
        <p:spPr bwMode="auto">
          <a:xfrm>
            <a:off x="6183796" y="3509932"/>
            <a:ext cx="1371600" cy="646331"/>
          </a:xfrm>
          <a:prstGeom prst="rect">
            <a:avLst/>
          </a:prstGeom>
          <a:noFill/>
          <a:ln w="12700">
            <a:noFill/>
            <a:miter lim="800000"/>
            <a:headEnd type="none" w="sm" len="sm"/>
            <a:tailEnd type="none" w="sm" len="sm"/>
          </a:ln>
          <a:effectLst/>
        </p:spPr>
        <p:txBody>
          <a:bodyPr>
            <a:spAutoFit/>
          </a:bodyPr>
          <a:lstStyle/>
          <a:p>
            <a:pPr algn="ctr">
              <a:spcBef>
                <a:spcPct val="50000"/>
              </a:spcBef>
            </a:pPr>
            <a:r>
              <a:rPr lang="en-US" sz="1800" b="0" dirty="0"/>
              <a:t>CS</a:t>
            </a:r>
            <a:br>
              <a:rPr lang="en-US" sz="1800" b="0" dirty="0"/>
            </a:br>
            <a:r>
              <a:rPr lang="en-US" sz="1800" b="0" dirty="0"/>
              <a:t>Theory</a:t>
            </a:r>
          </a:p>
        </p:txBody>
      </p:sp>
      <p:sp>
        <p:nvSpPr>
          <p:cNvPr id="14" name="Oval 12"/>
          <p:cNvSpPr>
            <a:spLocks noChangeArrowheads="1"/>
          </p:cNvSpPr>
          <p:nvPr/>
        </p:nvSpPr>
        <p:spPr bwMode="auto">
          <a:xfrm>
            <a:off x="7021996" y="4027807"/>
            <a:ext cx="1225550" cy="1119056"/>
          </a:xfrm>
          <a:prstGeom prst="ellipse">
            <a:avLst/>
          </a:prstGeom>
          <a:solidFill>
            <a:srgbClr val="66CCFF"/>
          </a:solidFill>
          <a:ln w="12700">
            <a:solidFill>
              <a:schemeClr val="tx1"/>
            </a:solidFill>
            <a:round/>
            <a:headEnd type="none" w="sm" len="sm"/>
            <a:tailEnd type="none" w="sm" len="sm"/>
          </a:ln>
          <a:effectLst/>
        </p:spPr>
        <p:txBody>
          <a:bodyPr wrap="none" anchor="ctr"/>
          <a:lstStyle/>
          <a:p>
            <a:pPr algn="ctr"/>
            <a:r>
              <a:rPr lang="en-US" sz="1800" dirty="0"/>
              <a:t>Data </a:t>
            </a:r>
            <a:br>
              <a:rPr lang="en-US" sz="1800" dirty="0"/>
            </a:br>
            <a:r>
              <a:rPr lang="en-US" sz="1800" dirty="0"/>
              <a:t>Mining</a:t>
            </a:r>
          </a:p>
        </p:txBody>
      </p:sp>
      <p:sp>
        <p:nvSpPr>
          <p:cNvPr id="15" name="Text Box 13"/>
          <p:cNvSpPr txBox="1">
            <a:spLocks noChangeArrowheads="1"/>
          </p:cNvSpPr>
          <p:nvPr/>
        </p:nvSpPr>
        <p:spPr bwMode="auto">
          <a:xfrm>
            <a:off x="6907696" y="5191313"/>
            <a:ext cx="1447800" cy="641350"/>
          </a:xfrm>
          <a:prstGeom prst="rect">
            <a:avLst/>
          </a:prstGeom>
          <a:noFill/>
          <a:ln w="12700">
            <a:noFill/>
            <a:miter lim="800000"/>
            <a:headEnd type="none" w="sm" len="sm"/>
            <a:tailEnd type="none" w="sm" len="sm"/>
          </a:ln>
          <a:effectLst/>
        </p:spPr>
        <p:txBody>
          <a:bodyPr>
            <a:spAutoFit/>
          </a:bodyPr>
          <a:lstStyle/>
          <a:p>
            <a:pPr algn="ctr">
              <a:spcBef>
                <a:spcPct val="50000"/>
              </a:spcBef>
            </a:pPr>
            <a:r>
              <a:rPr lang="en-US" sz="1800" b="0" dirty="0"/>
              <a:t>Database systems</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B926EF57-F25A-2B93-919C-D643BE3483D8}"/>
                  </a:ext>
                </a:extLst>
              </p14:cNvPr>
              <p14:cNvContentPartPr/>
              <p14:nvPr/>
            </p14:nvContentPartPr>
            <p14:xfrm>
              <a:off x="6253599" y="3316594"/>
              <a:ext cx="750240" cy="985680"/>
            </p14:xfrm>
          </p:contentPart>
        </mc:Choice>
        <mc:Fallback xmlns="">
          <p:pic>
            <p:nvPicPr>
              <p:cNvPr id="5" name="Ink 4">
                <a:extLst>
                  <a:ext uri="{FF2B5EF4-FFF2-40B4-BE49-F238E27FC236}">
                    <a16:creationId xmlns:a16="http://schemas.microsoft.com/office/drawing/2014/main" id="{B926EF57-F25A-2B93-919C-D643BE3483D8}"/>
                  </a:ext>
                </a:extLst>
              </p:cNvPr>
              <p:cNvPicPr/>
              <p:nvPr/>
            </p:nvPicPr>
            <p:blipFill>
              <a:blip r:embed="rId4"/>
              <a:stretch>
                <a:fillRect/>
              </a:stretch>
            </p:blipFill>
            <p:spPr>
              <a:xfrm>
                <a:off x="6238479" y="3301114"/>
                <a:ext cx="780840" cy="1016280"/>
              </a:xfrm>
              <a:prstGeom prst="rect">
                <a:avLst/>
              </a:prstGeom>
            </p:spPr>
          </p:pic>
        </mc:Fallback>
      </mc:AlternateContent>
    </p:spTree>
    <p:extLst>
      <p:ext uri="{BB962C8B-B14F-4D97-AF65-F5344CB8AC3E}">
        <p14:creationId xmlns:p14="http://schemas.microsoft.com/office/powerpoint/2010/main" val="446779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20332"/>
            <a:ext cx="7886700" cy="1325563"/>
          </a:xfrm>
        </p:spPr>
        <p:txBody>
          <a:bodyPr>
            <a:normAutofit fontScale="90000"/>
          </a:bodyPr>
          <a:lstStyle/>
          <a:p>
            <a:r>
              <a:rPr lang="en-US" dirty="0"/>
              <a:t>Different Between Data Mining and Machine Learning</a:t>
            </a:r>
          </a:p>
        </p:txBody>
      </p:sp>
      <p:sp>
        <p:nvSpPr>
          <p:cNvPr id="21" name="Content Placeholder 20"/>
          <p:cNvSpPr>
            <a:spLocks noGrp="1"/>
          </p:cNvSpPr>
          <p:nvPr>
            <p:ph idx="1"/>
          </p:nvPr>
        </p:nvSpPr>
        <p:spPr>
          <a:xfrm>
            <a:off x="457200" y="3920160"/>
            <a:ext cx="8229600" cy="2203935"/>
          </a:xfrm>
        </p:spPr>
        <p:txBody>
          <a:bodyPr>
            <a:normAutofit/>
          </a:bodyPr>
          <a:lstStyle/>
          <a:p>
            <a:r>
              <a:rPr lang="en-US" dirty="0"/>
              <a:t>Data Mining normally produces models/rules/patterns that tender to be self-explainable</a:t>
            </a:r>
          </a:p>
          <a:p>
            <a:r>
              <a:rPr lang="en-US" dirty="0"/>
              <a:t>Machine Learning produces a model that best fits with data (neural networks) and might be a black box. </a:t>
            </a:r>
          </a:p>
        </p:txBody>
      </p:sp>
      <p:sp>
        <p:nvSpPr>
          <p:cNvPr id="5" name="Oval 4"/>
          <p:cNvSpPr>
            <a:spLocks noChangeArrowheads="1"/>
          </p:cNvSpPr>
          <p:nvPr/>
        </p:nvSpPr>
        <p:spPr bwMode="auto">
          <a:xfrm>
            <a:off x="2819400" y="1905000"/>
            <a:ext cx="2057400" cy="2108200"/>
          </a:xfrm>
          <a:prstGeom prst="ellipse">
            <a:avLst/>
          </a:prstGeom>
          <a:solidFill>
            <a:srgbClr val="CC3300"/>
          </a:solidFill>
          <a:ln w="12700">
            <a:solidFill>
              <a:schemeClr val="tx1"/>
            </a:solidFill>
            <a:round/>
            <a:headEnd type="none" w="sm" len="sm"/>
            <a:tailEnd type="none" w="sm" len="sm"/>
          </a:ln>
          <a:effectLst/>
        </p:spPr>
        <p:txBody>
          <a:bodyPr wrap="none" anchor="ctr"/>
          <a:lstStyle/>
          <a:p>
            <a:endParaRPr lang="en-US"/>
          </a:p>
        </p:txBody>
      </p:sp>
      <p:sp>
        <p:nvSpPr>
          <p:cNvPr id="6" name="Oval 9"/>
          <p:cNvSpPr>
            <a:spLocks noChangeArrowheads="1"/>
          </p:cNvSpPr>
          <p:nvPr/>
        </p:nvSpPr>
        <p:spPr bwMode="auto">
          <a:xfrm>
            <a:off x="4495800" y="1981200"/>
            <a:ext cx="2057400" cy="2108200"/>
          </a:xfrm>
          <a:prstGeom prst="ellipse">
            <a:avLst/>
          </a:prstGeom>
          <a:solidFill>
            <a:schemeClr val="accent1"/>
          </a:solidFill>
          <a:ln w="12700">
            <a:solidFill>
              <a:schemeClr val="tx1"/>
            </a:solidFill>
            <a:round/>
            <a:headEnd type="none" w="sm" len="sm"/>
            <a:tailEnd type="none" w="sm" len="sm"/>
          </a:ln>
          <a:effectLst/>
        </p:spPr>
        <p:txBody>
          <a:bodyPr wrap="none" anchor="ctr"/>
          <a:lstStyle/>
          <a:p>
            <a:endParaRPr lang="en-US"/>
          </a:p>
        </p:txBody>
      </p:sp>
      <p:sp>
        <p:nvSpPr>
          <p:cNvPr id="7" name="Text Box 11"/>
          <p:cNvSpPr txBox="1">
            <a:spLocks noChangeArrowheads="1"/>
          </p:cNvSpPr>
          <p:nvPr/>
        </p:nvSpPr>
        <p:spPr bwMode="auto">
          <a:xfrm>
            <a:off x="2894350" y="2777290"/>
            <a:ext cx="1371600" cy="585417"/>
          </a:xfrm>
          <a:prstGeom prst="rect">
            <a:avLst/>
          </a:prstGeom>
          <a:noFill/>
          <a:ln w="12700">
            <a:noFill/>
            <a:miter lim="800000"/>
            <a:headEnd type="none" w="sm" len="sm"/>
            <a:tailEnd type="none" w="sm" len="sm"/>
          </a:ln>
          <a:effectLst/>
        </p:spPr>
        <p:txBody>
          <a:bodyPr>
            <a:spAutoFit/>
          </a:bodyPr>
          <a:lstStyle/>
          <a:p>
            <a:pPr algn="ctr">
              <a:spcBef>
                <a:spcPct val="50000"/>
              </a:spcBef>
            </a:pPr>
            <a:r>
              <a:rPr lang="en-US" sz="1800" b="0" dirty="0"/>
              <a:t>Data Mining</a:t>
            </a:r>
          </a:p>
        </p:txBody>
      </p:sp>
      <p:sp>
        <p:nvSpPr>
          <p:cNvPr id="16" name="Text Box 11"/>
          <p:cNvSpPr txBox="1">
            <a:spLocks noChangeArrowheads="1"/>
          </p:cNvSpPr>
          <p:nvPr/>
        </p:nvSpPr>
        <p:spPr bwMode="auto">
          <a:xfrm>
            <a:off x="4723150" y="2793766"/>
            <a:ext cx="1371600" cy="585417"/>
          </a:xfrm>
          <a:prstGeom prst="rect">
            <a:avLst/>
          </a:prstGeom>
          <a:noFill/>
          <a:ln w="12700">
            <a:noFill/>
            <a:miter lim="800000"/>
            <a:headEnd type="none" w="sm" len="sm"/>
            <a:tailEnd type="none" w="sm" len="sm"/>
          </a:ln>
          <a:effectLst/>
        </p:spPr>
        <p:txBody>
          <a:bodyPr>
            <a:spAutoFit/>
          </a:bodyPr>
          <a:lstStyle/>
          <a:p>
            <a:pPr algn="ctr">
              <a:spcBef>
                <a:spcPct val="50000"/>
              </a:spcBef>
            </a:pPr>
            <a:r>
              <a:rPr lang="en-US" sz="1800" b="0" dirty="0"/>
              <a:t>Machine Learning</a:t>
            </a:r>
          </a:p>
        </p:txBody>
      </p:sp>
      <p:sp>
        <p:nvSpPr>
          <p:cNvPr id="17" name="Left-Right Arrow 16"/>
          <p:cNvSpPr/>
          <p:nvPr/>
        </p:nvSpPr>
        <p:spPr bwMode="auto">
          <a:xfrm>
            <a:off x="704850" y="1367580"/>
            <a:ext cx="7581900" cy="852257"/>
          </a:xfrm>
          <a:prstGeom prst="leftRightArrow">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8" name="TextBox 17"/>
          <p:cNvSpPr txBox="1"/>
          <p:nvPr/>
        </p:nvSpPr>
        <p:spPr>
          <a:xfrm>
            <a:off x="370660" y="2520617"/>
            <a:ext cx="1846980" cy="256673"/>
          </a:xfrm>
          <a:prstGeom prst="rect">
            <a:avLst/>
          </a:prstGeom>
          <a:noFill/>
        </p:spPr>
        <p:txBody>
          <a:bodyPr wrap="none" rtlCol="0">
            <a:spAutoFit/>
          </a:bodyPr>
          <a:lstStyle/>
          <a:p>
            <a:r>
              <a:rPr lang="en-US">
                <a:solidFill>
                  <a:srgbClr val="4D4D4D"/>
                </a:solidFill>
              </a:rPr>
              <a:t>Mining/Extractions/Distill</a:t>
            </a:r>
          </a:p>
        </p:txBody>
      </p:sp>
      <p:sp>
        <p:nvSpPr>
          <p:cNvPr id="19" name="TextBox 18"/>
          <p:cNvSpPr txBox="1"/>
          <p:nvPr/>
        </p:nvSpPr>
        <p:spPr>
          <a:xfrm>
            <a:off x="7186367" y="2537093"/>
            <a:ext cx="1284326" cy="256673"/>
          </a:xfrm>
          <a:prstGeom prst="rect">
            <a:avLst/>
          </a:prstGeom>
          <a:noFill/>
        </p:spPr>
        <p:txBody>
          <a:bodyPr wrap="none" rtlCol="0">
            <a:spAutoFit/>
          </a:bodyPr>
          <a:lstStyle/>
          <a:p>
            <a:r>
              <a:rPr lang="en-US" dirty="0">
                <a:solidFill>
                  <a:srgbClr val="4D4D4D"/>
                </a:solidFill>
              </a:rPr>
              <a:t>Learning/Fitting</a:t>
            </a:r>
          </a:p>
        </p:txBody>
      </p:sp>
    </p:spTree>
    <p:extLst>
      <p:ext uri="{BB962C8B-B14F-4D97-AF65-F5344CB8AC3E}">
        <p14:creationId xmlns:p14="http://schemas.microsoft.com/office/powerpoint/2010/main" val="1426714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a:t>
            </a:r>
          </a:p>
        </p:txBody>
      </p:sp>
      <p:sp>
        <p:nvSpPr>
          <p:cNvPr id="3" name="Content Placeholder 2"/>
          <p:cNvSpPr>
            <a:spLocks noGrp="1"/>
          </p:cNvSpPr>
          <p:nvPr>
            <p:ph idx="1"/>
          </p:nvPr>
        </p:nvSpPr>
        <p:spPr/>
        <p:txBody>
          <a:bodyPr/>
          <a:lstStyle/>
          <a:p>
            <a:r>
              <a:rPr lang="en-US" dirty="0"/>
              <a:t>Supervised </a:t>
            </a:r>
            <a:r>
              <a:rPr lang="en-US" dirty="0" err="1"/>
              <a:t>v.s</a:t>
            </a:r>
            <a:r>
              <a:rPr lang="en-US" dirty="0"/>
              <a:t>.  Unsupervised </a:t>
            </a:r>
          </a:p>
          <a:p>
            <a:r>
              <a:rPr lang="en-US" dirty="0"/>
              <a:t>Unsupervised Algorithm </a:t>
            </a:r>
          </a:p>
          <a:p>
            <a:r>
              <a:rPr lang="en-US" dirty="0"/>
              <a:t>Cluster Algorithm</a:t>
            </a:r>
          </a:p>
          <a:p>
            <a:r>
              <a:rPr lang="en-US" dirty="0"/>
              <a:t>Principal Component Analysis </a:t>
            </a:r>
          </a:p>
          <a:p>
            <a:r>
              <a:rPr lang="en-US" dirty="0"/>
              <a:t>Spectrum analysis and Manifold learning </a:t>
            </a:r>
          </a:p>
          <a:p>
            <a:endParaRPr lang="en-US" dirty="0"/>
          </a:p>
          <a:p>
            <a:endParaRPr lang="en-US" dirty="0"/>
          </a:p>
        </p:txBody>
      </p:sp>
    </p:spTree>
    <p:extLst>
      <p:ext uri="{BB962C8B-B14F-4D97-AF65-F5344CB8AC3E}">
        <p14:creationId xmlns:p14="http://schemas.microsoft.com/office/powerpoint/2010/main" val="2128791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Predicting Whether Customer will purchase Electric Car</a:t>
            </a:r>
          </a:p>
        </p:txBody>
      </p:sp>
      <p:sp>
        <p:nvSpPr>
          <p:cNvPr id="3" name="Content Placeholder 2"/>
          <p:cNvSpPr>
            <a:spLocks noGrp="1"/>
          </p:cNvSpPr>
          <p:nvPr>
            <p:ph idx="1"/>
          </p:nvPr>
        </p:nvSpPr>
        <p:spPr/>
        <p:txBody>
          <a:bodyPr>
            <a:normAutofit fontScale="85000" lnSpcReduction="10000"/>
          </a:bodyPr>
          <a:lstStyle/>
          <a:p>
            <a:pPr>
              <a:buFont typeface="Arial" panose="020B0604020202020204" pitchFamily="34" charset="0"/>
              <a:buChar char="•"/>
            </a:pPr>
            <a:r>
              <a:rPr lang="en-US" dirty="0"/>
              <a:t>You just landed a great analytical job with Tesla, one of the largest electric car companies in the US</a:t>
            </a:r>
          </a:p>
          <a:p>
            <a:pPr>
              <a:buFont typeface="Arial" panose="020B0604020202020204" pitchFamily="34" charset="0"/>
              <a:buChar char="•"/>
            </a:pPr>
            <a:r>
              <a:rPr lang="en-US" dirty="0"/>
              <a:t>They are having a major problem: who will purchase an electric car, and who will purchase an ICE car? </a:t>
            </a:r>
          </a:p>
          <a:p>
            <a:pPr>
              <a:buFont typeface="Arial" panose="020B0604020202020204" pitchFamily="34" charset="0"/>
              <a:buChar char="•"/>
            </a:pPr>
            <a:r>
              <a:rPr lang="en-US" dirty="0"/>
              <a:t>In US,  10%~15%, of car customers leave when their contracts expire and change to other brand of car. Car manufacture companies are now engaged in battles to attract each other’s customers while retaining their own</a:t>
            </a:r>
          </a:p>
          <a:p>
            <a:pPr>
              <a:buFont typeface="Arial" panose="020B0604020202020204" pitchFamily="34" charset="0"/>
              <a:buChar char="•"/>
            </a:pPr>
            <a:r>
              <a:rPr lang="en-US" dirty="0"/>
              <a:t>Marketing has already designed a special promotion offer</a:t>
            </a:r>
          </a:p>
          <a:p>
            <a:pPr>
              <a:buFont typeface="Arial" panose="020B0604020202020204" pitchFamily="34" charset="0"/>
              <a:buChar char="•"/>
            </a:pPr>
            <a:r>
              <a:rPr lang="en-US" dirty="0"/>
              <a:t>Your task is to devise a precise, step-by-step plan for how the data science team should use Tesla’s vast data resources to solve the problem</a:t>
            </a:r>
          </a:p>
        </p:txBody>
      </p:sp>
      <p:pic>
        <p:nvPicPr>
          <p:cNvPr id="4" name="Picture 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20721" y="1272178"/>
            <a:ext cx="612648" cy="640080"/>
          </a:xfrm>
          <a:prstGeom prst="rect">
            <a:avLst/>
          </a:prstGeom>
        </p:spPr>
      </p:pic>
      <p:pic>
        <p:nvPicPr>
          <p:cNvPr id="5" name="Picture 4"/>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228781" y="2196932"/>
            <a:ext cx="612648" cy="646253"/>
          </a:xfrm>
          <a:prstGeom prst="rect">
            <a:avLst/>
          </a:prstGeom>
        </p:spPr>
      </p:pic>
      <p:pic>
        <p:nvPicPr>
          <p:cNvPr id="6" name="Picture 5"/>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415636" y="3146954"/>
            <a:ext cx="261257" cy="201881"/>
          </a:xfrm>
          <a:prstGeom prst="rect">
            <a:avLst/>
          </a:prstGeom>
        </p:spPr>
      </p:pic>
      <p:pic>
        <p:nvPicPr>
          <p:cNvPr id="7" name="Picture 6"/>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413662" y="4676827"/>
            <a:ext cx="261257" cy="201881"/>
          </a:xfrm>
          <a:prstGeom prst="rect">
            <a:avLst/>
          </a:prstGeom>
        </p:spPr>
      </p:pic>
      <p:pic>
        <p:nvPicPr>
          <p:cNvPr id="8" name="Picture 7"/>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411687" y="5256727"/>
            <a:ext cx="261257" cy="201881"/>
          </a:xfrm>
          <a:prstGeom prst="rect">
            <a:avLst/>
          </a:prstGeom>
        </p:spPr>
      </p:pic>
    </p:spTree>
    <p:extLst>
      <p:ext uri="{BB962C8B-B14F-4D97-AF65-F5344CB8AC3E}">
        <p14:creationId xmlns:p14="http://schemas.microsoft.com/office/powerpoint/2010/main" val="1063140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Predicting Electric or ICE Customer</a:t>
            </a:r>
          </a:p>
        </p:txBody>
      </p:sp>
      <p:sp>
        <p:nvSpPr>
          <p:cNvPr id="3" name="Content Placeholder 2"/>
          <p:cNvSpPr>
            <a:spLocks noGrp="1"/>
          </p:cNvSpPr>
          <p:nvPr>
            <p:ph idx="1"/>
          </p:nvPr>
        </p:nvSpPr>
        <p:spPr>
          <a:xfrm>
            <a:off x="628650" y="1825625"/>
            <a:ext cx="4265639" cy="4351338"/>
          </a:xfrm>
        </p:spPr>
        <p:txBody>
          <a:bodyPr/>
          <a:lstStyle/>
          <a:p>
            <a:pPr>
              <a:buFont typeface="Arial" panose="020B0604020202020204" pitchFamily="34" charset="0"/>
              <a:buChar char="•"/>
            </a:pPr>
            <a:r>
              <a:rPr lang="en-US" dirty="0"/>
              <a:t>What data you might use?</a:t>
            </a:r>
          </a:p>
          <a:p>
            <a:pPr>
              <a:buFont typeface="Arial" panose="020B0604020202020204" pitchFamily="34" charset="0"/>
              <a:buChar char="•"/>
            </a:pPr>
            <a:r>
              <a:rPr lang="en-US" dirty="0"/>
              <a:t>How would they be used?</a:t>
            </a:r>
          </a:p>
          <a:p>
            <a:pPr>
              <a:buFont typeface="Arial" panose="020B0604020202020204" pitchFamily="34" charset="0"/>
              <a:buChar char="•"/>
            </a:pPr>
            <a:r>
              <a:rPr lang="en-US" dirty="0"/>
              <a:t>How does Tesla choose a set of customers to receive their offer in order to best reduce churn for a particular incentive budget?</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955499" y="2343696"/>
            <a:ext cx="4038600" cy="2652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1551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36526"/>
            <a:ext cx="7886700" cy="1325563"/>
          </a:xfrm>
        </p:spPr>
        <p:txBody>
          <a:bodyPr/>
          <a:lstStyle/>
          <a:p>
            <a:r>
              <a:rPr lang="en-US" dirty="0"/>
              <a:t>Terminology</a:t>
            </a:r>
          </a:p>
        </p:txBody>
      </p:sp>
      <p:sp>
        <p:nvSpPr>
          <p:cNvPr id="3" name="Content Placeholder 2"/>
          <p:cNvSpPr>
            <a:spLocks noGrp="1"/>
          </p:cNvSpPr>
          <p:nvPr>
            <p:ph idx="1"/>
          </p:nvPr>
        </p:nvSpPr>
        <p:spPr>
          <a:xfrm>
            <a:off x="372533" y="1385358"/>
            <a:ext cx="8771467" cy="5057775"/>
          </a:xfrm>
        </p:spPr>
        <p:txBody>
          <a:bodyPr>
            <a:normAutofit fontScale="92500" lnSpcReduction="10000"/>
          </a:bodyPr>
          <a:lstStyle/>
          <a:p>
            <a:pPr>
              <a:buFont typeface="Arial" panose="020B0604020202020204" pitchFamily="34" charset="0"/>
              <a:buChar char="•"/>
            </a:pPr>
            <a:r>
              <a:rPr lang="en-US" dirty="0"/>
              <a:t>Model:</a:t>
            </a:r>
          </a:p>
          <a:p>
            <a:pPr lvl="2">
              <a:buFont typeface="Arial" panose="020B0604020202020204" pitchFamily="34" charset="0"/>
              <a:buChar char="•"/>
            </a:pPr>
            <a:r>
              <a:rPr lang="en-US" dirty="0"/>
              <a:t>A simplified representation of reality created to serve a purpose</a:t>
            </a:r>
          </a:p>
          <a:p>
            <a:pPr lvl="1">
              <a:spcBef>
                <a:spcPct val="50000"/>
              </a:spcBef>
              <a:buFontTx/>
              <a:buChar char="•"/>
            </a:pPr>
            <a:r>
              <a:rPr lang="en-US" sz="1600" dirty="0"/>
              <a:t>Examples: map, prototype, math formula, etc.</a:t>
            </a:r>
          </a:p>
          <a:p>
            <a:pPr lvl="1">
              <a:spcBef>
                <a:spcPct val="50000"/>
              </a:spcBef>
              <a:buFontTx/>
              <a:buChar char="•"/>
            </a:pPr>
            <a:r>
              <a:rPr lang="en-US" sz="2000" dirty="0"/>
              <a:t>Machine Learning example: </a:t>
            </a:r>
          </a:p>
          <a:p>
            <a:pPr lvl="1">
              <a:spcBef>
                <a:spcPct val="50000"/>
              </a:spcBef>
            </a:pPr>
            <a:r>
              <a:rPr lang="en-US" sz="2000" dirty="0"/>
              <a:t>“formula” for predicting the probability of customer attrition at contract expiration</a:t>
            </a:r>
          </a:p>
          <a:p>
            <a:pPr lvl="1">
              <a:spcBef>
                <a:spcPct val="50000"/>
              </a:spcBef>
            </a:pPr>
            <a:r>
              <a:rPr lang="en-US" sz="2000" dirty="0">
                <a:sym typeface="Wingdings" panose="05000000000000000000" pitchFamily="2" charset="2"/>
              </a:rPr>
              <a:t> “</a:t>
            </a:r>
            <a:r>
              <a:rPr lang="en-US" sz="2000" dirty="0"/>
              <a:t>classification model” or “class-probability estimation model”</a:t>
            </a:r>
            <a:endParaRPr lang="en-US" dirty="0"/>
          </a:p>
          <a:p>
            <a:pPr>
              <a:buFont typeface="Arial" panose="020B0604020202020204" pitchFamily="34" charset="0"/>
              <a:buChar char="•"/>
            </a:pPr>
            <a:r>
              <a:rPr lang="en-US" dirty="0"/>
              <a:t>Predictive Model:</a:t>
            </a:r>
          </a:p>
          <a:p>
            <a:pPr lvl="2">
              <a:buFont typeface="Arial" panose="020B0604020202020204" pitchFamily="34" charset="0"/>
              <a:buChar char="•"/>
            </a:pPr>
            <a:r>
              <a:rPr lang="en-US" dirty="0"/>
              <a:t>A formula for estimating the unknown value of interest: </a:t>
            </a:r>
            <a:r>
              <a:rPr lang="en-US" b="1" dirty="0"/>
              <a:t>the target</a:t>
            </a:r>
          </a:p>
          <a:p>
            <a:pPr lvl="3">
              <a:buFont typeface="Arial" panose="020B0604020202020204" pitchFamily="34" charset="0"/>
              <a:buChar char="•"/>
            </a:pPr>
            <a:r>
              <a:rPr lang="en-US" dirty="0"/>
              <a:t>The formula can be mathematical, logical statement (e.g., rule), etc.</a:t>
            </a:r>
          </a:p>
          <a:p>
            <a:pPr>
              <a:buFont typeface="Arial" panose="020B0604020202020204" pitchFamily="34" charset="0"/>
              <a:buChar char="•"/>
            </a:pPr>
            <a:r>
              <a:rPr lang="en-US" dirty="0"/>
              <a:t>Prediction: Estimate an unknown value (i.e. the target)</a:t>
            </a:r>
          </a:p>
          <a:p>
            <a:pPr>
              <a:buFont typeface="Arial" panose="020B0604020202020204" pitchFamily="34" charset="0"/>
              <a:buChar char="•"/>
            </a:pPr>
            <a:r>
              <a:rPr lang="en-US" dirty="0"/>
              <a:t>Instance / example:</a:t>
            </a:r>
          </a:p>
          <a:p>
            <a:pPr lvl="2">
              <a:buFont typeface="Arial" panose="020B0604020202020204" pitchFamily="34" charset="0"/>
              <a:buChar char="•"/>
            </a:pPr>
            <a:r>
              <a:rPr lang="en-US" dirty="0"/>
              <a:t>Represents a fact or a data point</a:t>
            </a:r>
          </a:p>
          <a:p>
            <a:pPr lvl="2">
              <a:buFont typeface="Arial" panose="020B0604020202020204" pitchFamily="34" charset="0"/>
              <a:buChar char="•"/>
            </a:pPr>
            <a:r>
              <a:rPr lang="en-US" dirty="0"/>
              <a:t>Described by a set of </a:t>
            </a:r>
            <a:r>
              <a:rPr lang="en-US" b="1" dirty="0"/>
              <a:t>attributes </a:t>
            </a:r>
            <a:r>
              <a:rPr lang="en-US" dirty="0"/>
              <a:t>(fields, columns, variables, or features)</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636DA9D-2176-A5E2-7F48-7CECBF183DE9}"/>
                  </a:ext>
                </a:extLst>
              </p14:cNvPr>
              <p14:cNvContentPartPr/>
              <p14:nvPr/>
            </p14:nvContentPartPr>
            <p14:xfrm>
              <a:off x="677293" y="1672067"/>
              <a:ext cx="529560" cy="123120"/>
            </p14:xfrm>
          </p:contentPart>
        </mc:Choice>
        <mc:Fallback>
          <p:pic>
            <p:nvPicPr>
              <p:cNvPr id="4" name="Ink 3">
                <a:extLst>
                  <a:ext uri="{FF2B5EF4-FFF2-40B4-BE49-F238E27FC236}">
                    <a16:creationId xmlns:a16="http://schemas.microsoft.com/office/drawing/2014/main" id="{1636DA9D-2176-A5E2-7F48-7CECBF183DE9}"/>
                  </a:ext>
                </a:extLst>
              </p:cNvPr>
              <p:cNvPicPr/>
              <p:nvPr/>
            </p:nvPicPr>
            <p:blipFill>
              <a:blip r:embed="rId4"/>
              <a:stretch>
                <a:fillRect/>
              </a:stretch>
            </p:blipFill>
            <p:spPr>
              <a:xfrm>
                <a:off x="666493" y="1661267"/>
                <a:ext cx="55080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743D63F7-F181-9D83-11B3-4DA1C9BDF072}"/>
                  </a:ext>
                </a:extLst>
              </p14:cNvPr>
              <p14:cNvContentPartPr/>
              <p14:nvPr/>
            </p14:nvContentPartPr>
            <p14:xfrm>
              <a:off x="2391613" y="2353547"/>
              <a:ext cx="1875600" cy="55440"/>
            </p14:xfrm>
          </p:contentPart>
        </mc:Choice>
        <mc:Fallback>
          <p:pic>
            <p:nvPicPr>
              <p:cNvPr id="5" name="Ink 4">
                <a:extLst>
                  <a:ext uri="{FF2B5EF4-FFF2-40B4-BE49-F238E27FC236}">
                    <a16:creationId xmlns:a16="http://schemas.microsoft.com/office/drawing/2014/main" id="{743D63F7-F181-9D83-11B3-4DA1C9BDF072}"/>
                  </a:ext>
                </a:extLst>
              </p:cNvPr>
              <p:cNvPicPr/>
              <p:nvPr/>
            </p:nvPicPr>
            <p:blipFill>
              <a:blip r:embed="rId6"/>
              <a:stretch>
                <a:fillRect/>
              </a:stretch>
            </p:blipFill>
            <p:spPr>
              <a:xfrm>
                <a:off x="2381173" y="2343107"/>
                <a:ext cx="189684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94527FD3-0E7A-92F6-7589-C533E105167B}"/>
                  </a:ext>
                </a:extLst>
              </p14:cNvPr>
              <p14:cNvContentPartPr/>
              <p14:nvPr/>
            </p14:nvContentPartPr>
            <p14:xfrm>
              <a:off x="4432093" y="2129267"/>
              <a:ext cx="1202760" cy="63720"/>
            </p14:xfrm>
          </p:contentPart>
        </mc:Choice>
        <mc:Fallback>
          <p:pic>
            <p:nvPicPr>
              <p:cNvPr id="6" name="Ink 5">
                <a:extLst>
                  <a:ext uri="{FF2B5EF4-FFF2-40B4-BE49-F238E27FC236}">
                    <a16:creationId xmlns:a16="http://schemas.microsoft.com/office/drawing/2014/main" id="{94527FD3-0E7A-92F6-7589-C533E105167B}"/>
                  </a:ext>
                </a:extLst>
              </p:cNvPr>
              <p:cNvPicPr/>
              <p:nvPr/>
            </p:nvPicPr>
            <p:blipFill>
              <a:blip r:embed="rId8"/>
              <a:stretch>
                <a:fillRect/>
              </a:stretch>
            </p:blipFill>
            <p:spPr>
              <a:xfrm>
                <a:off x="4421653" y="2118467"/>
                <a:ext cx="122400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92F4BB7A-6680-044F-9F9A-67C7C84C8904}"/>
                  </a:ext>
                </a:extLst>
              </p14:cNvPr>
              <p14:cNvContentPartPr/>
              <p14:nvPr/>
            </p14:nvContentPartPr>
            <p14:xfrm>
              <a:off x="1272013" y="2150507"/>
              <a:ext cx="133560" cy="101880"/>
            </p14:xfrm>
          </p:contentPart>
        </mc:Choice>
        <mc:Fallback>
          <p:pic>
            <p:nvPicPr>
              <p:cNvPr id="9" name="Ink 8">
                <a:extLst>
                  <a:ext uri="{FF2B5EF4-FFF2-40B4-BE49-F238E27FC236}">
                    <a16:creationId xmlns:a16="http://schemas.microsoft.com/office/drawing/2014/main" id="{92F4BB7A-6680-044F-9F9A-67C7C84C8904}"/>
                  </a:ext>
                </a:extLst>
              </p:cNvPr>
              <p:cNvPicPr/>
              <p:nvPr/>
            </p:nvPicPr>
            <p:blipFill>
              <a:blip r:embed="rId10"/>
              <a:stretch>
                <a:fillRect/>
              </a:stretch>
            </p:blipFill>
            <p:spPr>
              <a:xfrm>
                <a:off x="1261573" y="2139707"/>
                <a:ext cx="15480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34007DE7-10C9-1A6D-8271-381E4F16E215}"/>
                  </a:ext>
                </a:extLst>
              </p14:cNvPr>
              <p14:cNvContentPartPr/>
              <p14:nvPr/>
            </p14:nvContentPartPr>
            <p14:xfrm>
              <a:off x="1714453" y="1981667"/>
              <a:ext cx="753840" cy="550080"/>
            </p14:xfrm>
          </p:contentPart>
        </mc:Choice>
        <mc:Fallback>
          <p:pic>
            <p:nvPicPr>
              <p:cNvPr id="10" name="Ink 9">
                <a:extLst>
                  <a:ext uri="{FF2B5EF4-FFF2-40B4-BE49-F238E27FC236}">
                    <a16:creationId xmlns:a16="http://schemas.microsoft.com/office/drawing/2014/main" id="{34007DE7-10C9-1A6D-8271-381E4F16E215}"/>
                  </a:ext>
                </a:extLst>
              </p:cNvPr>
              <p:cNvPicPr/>
              <p:nvPr/>
            </p:nvPicPr>
            <p:blipFill>
              <a:blip r:embed="rId12"/>
              <a:stretch>
                <a:fillRect/>
              </a:stretch>
            </p:blipFill>
            <p:spPr>
              <a:xfrm>
                <a:off x="1703653" y="1970867"/>
                <a:ext cx="775080" cy="571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AE9B0462-4903-5D43-435B-48C7A40D7A52}"/>
                  </a:ext>
                </a:extLst>
              </p14:cNvPr>
              <p14:cNvContentPartPr/>
              <p14:nvPr/>
            </p14:nvContentPartPr>
            <p14:xfrm>
              <a:off x="2371093" y="1892227"/>
              <a:ext cx="931320" cy="624240"/>
            </p14:xfrm>
          </p:contentPart>
        </mc:Choice>
        <mc:Fallback>
          <p:pic>
            <p:nvPicPr>
              <p:cNvPr id="13" name="Ink 12">
                <a:extLst>
                  <a:ext uri="{FF2B5EF4-FFF2-40B4-BE49-F238E27FC236}">
                    <a16:creationId xmlns:a16="http://schemas.microsoft.com/office/drawing/2014/main" id="{AE9B0462-4903-5D43-435B-48C7A40D7A52}"/>
                  </a:ext>
                </a:extLst>
              </p:cNvPr>
              <p:cNvPicPr/>
              <p:nvPr/>
            </p:nvPicPr>
            <p:blipFill>
              <a:blip r:embed="rId14"/>
              <a:stretch>
                <a:fillRect/>
              </a:stretch>
            </p:blipFill>
            <p:spPr>
              <a:xfrm>
                <a:off x="2360293" y="1881427"/>
                <a:ext cx="952560" cy="6454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6" name="Ink 15">
                <a:extLst>
                  <a:ext uri="{FF2B5EF4-FFF2-40B4-BE49-F238E27FC236}">
                    <a16:creationId xmlns:a16="http://schemas.microsoft.com/office/drawing/2014/main" id="{014F8AAA-A1EA-1366-4695-CEA089BC6540}"/>
                  </a:ext>
                </a:extLst>
              </p14:cNvPr>
              <p14:cNvContentPartPr/>
              <p14:nvPr/>
            </p14:nvContentPartPr>
            <p14:xfrm>
              <a:off x="1172293" y="2759827"/>
              <a:ext cx="2091600" cy="114840"/>
            </p14:xfrm>
          </p:contentPart>
        </mc:Choice>
        <mc:Fallback>
          <p:pic>
            <p:nvPicPr>
              <p:cNvPr id="16" name="Ink 15">
                <a:extLst>
                  <a:ext uri="{FF2B5EF4-FFF2-40B4-BE49-F238E27FC236}">
                    <a16:creationId xmlns:a16="http://schemas.microsoft.com/office/drawing/2014/main" id="{014F8AAA-A1EA-1366-4695-CEA089BC6540}"/>
                  </a:ext>
                </a:extLst>
              </p:cNvPr>
              <p:cNvPicPr/>
              <p:nvPr/>
            </p:nvPicPr>
            <p:blipFill>
              <a:blip r:embed="rId16"/>
              <a:stretch>
                <a:fillRect/>
              </a:stretch>
            </p:blipFill>
            <p:spPr>
              <a:xfrm>
                <a:off x="1161853" y="2749387"/>
                <a:ext cx="211284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1" name="Ink 20">
                <a:extLst>
                  <a:ext uri="{FF2B5EF4-FFF2-40B4-BE49-F238E27FC236}">
                    <a16:creationId xmlns:a16="http://schemas.microsoft.com/office/drawing/2014/main" id="{A0F65538-BA22-BCAA-882F-5B6201A4FE5F}"/>
                  </a:ext>
                </a:extLst>
              </p14:cNvPr>
              <p14:cNvContentPartPr/>
              <p14:nvPr/>
            </p14:nvContentPartPr>
            <p14:xfrm>
              <a:off x="5058493" y="2362027"/>
              <a:ext cx="534240" cy="428040"/>
            </p14:xfrm>
          </p:contentPart>
        </mc:Choice>
        <mc:Fallback>
          <p:pic>
            <p:nvPicPr>
              <p:cNvPr id="21" name="Ink 20">
                <a:extLst>
                  <a:ext uri="{FF2B5EF4-FFF2-40B4-BE49-F238E27FC236}">
                    <a16:creationId xmlns:a16="http://schemas.microsoft.com/office/drawing/2014/main" id="{A0F65538-BA22-BCAA-882F-5B6201A4FE5F}"/>
                  </a:ext>
                </a:extLst>
              </p:cNvPr>
              <p:cNvPicPr/>
              <p:nvPr/>
            </p:nvPicPr>
            <p:blipFill>
              <a:blip r:embed="rId18"/>
              <a:stretch>
                <a:fillRect/>
              </a:stretch>
            </p:blipFill>
            <p:spPr>
              <a:xfrm>
                <a:off x="5048046" y="2351227"/>
                <a:ext cx="555494" cy="4492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7" name="Ink 26">
                <a:extLst>
                  <a:ext uri="{FF2B5EF4-FFF2-40B4-BE49-F238E27FC236}">
                    <a16:creationId xmlns:a16="http://schemas.microsoft.com/office/drawing/2014/main" id="{7DCC8E8A-7DE0-D81E-8352-0E45ACE42C9B}"/>
                  </a:ext>
                </a:extLst>
              </p14:cNvPr>
              <p14:cNvContentPartPr/>
              <p14:nvPr/>
            </p14:nvContentPartPr>
            <p14:xfrm>
              <a:off x="5697853" y="2357707"/>
              <a:ext cx="537840" cy="419760"/>
            </p14:xfrm>
          </p:contentPart>
        </mc:Choice>
        <mc:Fallback>
          <p:pic>
            <p:nvPicPr>
              <p:cNvPr id="27" name="Ink 26">
                <a:extLst>
                  <a:ext uri="{FF2B5EF4-FFF2-40B4-BE49-F238E27FC236}">
                    <a16:creationId xmlns:a16="http://schemas.microsoft.com/office/drawing/2014/main" id="{7DCC8E8A-7DE0-D81E-8352-0E45ACE42C9B}"/>
                  </a:ext>
                </a:extLst>
              </p:cNvPr>
              <p:cNvPicPr/>
              <p:nvPr/>
            </p:nvPicPr>
            <p:blipFill>
              <a:blip r:embed="rId20"/>
              <a:stretch>
                <a:fillRect/>
              </a:stretch>
            </p:blipFill>
            <p:spPr>
              <a:xfrm>
                <a:off x="5687413" y="2347258"/>
                <a:ext cx="559080" cy="441018"/>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8" name="Ink 27">
                <a:extLst>
                  <a:ext uri="{FF2B5EF4-FFF2-40B4-BE49-F238E27FC236}">
                    <a16:creationId xmlns:a16="http://schemas.microsoft.com/office/drawing/2014/main" id="{7B380D43-C951-CA5D-EF06-EA10901C7266}"/>
                  </a:ext>
                </a:extLst>
              </p14:cNvPr>
              <p14:cNvContentPartPr/>
              <p14:nvPr/>
            </p14:nvContentPartPr>
            <p14:xfrm>
              <a:off x="4961293" y="2793667"/>
              <a:ext cx="1287360" cy="29880"/>
            </p14:xfrm>
          </p:contentPart>
        </mc:Choice>
        <mc:Fallback>
          <p:pic>
            <p:nvPicPr>
              <p:cNvPr id="28" name="Ink 27">
                <a:extLst>
                  <a:ext uri="{FF2B5EF4-FFF2-40B4-BE49-F238E27FC236}">
                    <a16:creationId xmlns:a16="http://schemas.microsoft.com/office/drawing/2014/main" id="{7B380D43-C951-CA5D-EF06-EA10901C7266}"/>
                  </a:ext>
                </a:extLst>
              </p:cNvPr>
              <p:cNvPicPr/>
              <p:nvPr/>
            </p:nvPicPr>
            <p:blipFill>
              <a:blip r:embed="rId22"/>
              <a:stretch>
                <a:fillRect/>
              </a:stretch>
            </p:blipFill>
            <p:spPr>
              <a:xfrm>
                <a:off x="4950493" y="2783227"/>
                <a:ext cx="130860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5" name="Ink 34">
                <a:extLst>
                  <a:ext uri="{FF2B5EF4-FFF2-40B4-BE49-F238E27FC236}">
                    <a16:creationId xmlns:a16="http://schemas.microsoft.com/office/drawing/2014/main" id="{8A7DAA2B-7F7A-421F-E9F8-1BE33934F6A6}"/>
                  </a:ext>
                </a:extLst>
              </p14:cNvPr>
              <p14:cNvContentPartPr/>
              <p14:nvPr/>
            </p14:nvContentPartPr>
            <p14:xfrm>
              <a:off x="6426133" y="2222347"/>
              <a:ext cx="1325160" cy="439920"/>
            </p14:xfrm>
          </p:contentPart>
        </mc:Choice>
        <mc:Fallback>
          <p:pic>
            <p:nvPicPr>
              <p:cNvPr id="35" name="Ink 34">
                <a:extLst>
                  <a:ext uri="{FF2B5EF4-FFF2-40B4-BE49-F238E27FC236}">
                    <a16:creationId xmlns:a16="http://schemas.microsoft.com/office/drawing/2014/main" id="{8A7DAA2B-7F7A-421F-E9F8-1BE33934F6A6}"/>
                  </a:ext>
                </a:extLst>
              </p:cNvPr>
              <p:cNvPicPr/>
              <p:nvPr/>
            </p:nvPicPr>
            <p:blipFill>
              <a:blip r:embed="rId24"/>
              <a:stretch>
                <a:fillRect/>
              </a:stretch>
            </p:blipFill>
            <p:spPr>
              <a:xfrm>
                <a:off x="6415336" y="2211556"/>
                <a:ext cx="1346394" cy="461143"/>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40" name="Ink 39">
                <a:extLst>
                  <a:ext uri="{FF2B5EF4-FFF2-40B4-BE49-F238E27FC236}">
                    <a16:creationId xmlns:a16="http://schemas.microsoft.com/office/drawing/2014/main" id="{D6DCF94F-25B8-77D7-A08E-C1CCDC320DA1}"/>
                  </a:ext>
                </a:extLst>
              </p14:cNvPr>
              <p14:cNvContentPartPr/>
              <p14:nvPr/>
            </p14:nvContentPartPr>
            <p14:xfrm>
              <a:off x="6705493" y="2286427"/>
              <a:ext cx="427680" cy="516240"/>
            </p14:xfrm>
          </p:contentPart>
        </mc:Choice>
        <mc:Fallback>
          <p:pic>
            <p:nvPicPr>
              <p:cNvPr id="40" name="Ink 39">
                <a:extLst>
                  <a:ext uri="{FF2B5EF4-FFF2-40B4-BE49-F238E27FC236}">
                    <a16:creationId xmlns:a16="http://schemas.microsoft.com/office/drawing/2014/main" id="{D6DCF94F-25B8-77D7-A08E-C1CCDC320DA1}"/>
                  </a:ext>
                </a:extLst>
              </p:cNvPr>
              <p:cNvPicPr/>
              <p:nvPr/>
            </p:nvPicPr>
            <p:blipFill>
              <a:blip r:embed="rId26"/>
              <a:stretch>
                <a:fillRect/>
              </a:stretch>
            </p:blipFill>
            <p:spPr>
              <a:xfrm>
                <a:off x="6694702" y="2275627"/>
                <a:ext cx="448902" cy="5374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45" name="Ink 44">
                <a:extLst>
                  <a:ext uri="{FF2B5EF4-FFF2-40B4-BE49-F238E27FC236}">
                    <a16:creationId xmlns:a16="http://schemas.microsoft.com/office/drawing/2014/main" id="{3A0A4070-1E9F-0F2C-0376-7F9F7AF01B6C}"/>
                  </a:ext>
                </a:extLst>
              </p14:cNvPr>
              <p14:cNvContentPartPr/>
              <p14:nvPr/>
            </p14:nvContentPartPr>
            <p14:xfrm>
              <a:off x="7691893" y="2561107"/>
              <a:ext cx="216000" cy="93240"/>
            </p14:xfrm>
          </p:contentPart>
        </mc:Choice>
        <mc:Fallback>
          <p:pic>
            <p:nvPicPr>
              <p:cNvPr id="45" name="Ink 44">
                <a:extLst>
                  <a:ext uri="{FF2B5EF4-FFF2-40B4-BE49-F238E27FC236}">
                    <a16:creationId xmlns:a16="http://schemas.microsoft.com/office/drawing/2014/main" id="{3A0A4070-1E9F-0F2C-0376-7F9F7AF01B6C}"/>
                  </a:ext>
                </a:extLst>
              </p:cNvPr>
              <p:cNvPicPr/>
              <p:nvPr/>
            </p:nvPicPr>
            <p:blipFill>
              <a:blip r:embed="rId28"/>
              <a:stretch>
                <a:fillRect/>
              </a:stretch>
            </p:blipFill>
            <p:spPr>
              <a:xfrm>
                <a:off x="7681075" y="2550349"/>
                <a:ext cx="237275" cy="114398"/>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46" name="Ink 45">
                <a:extLst>
                  <a:ext uri="{FF2B5EF4-FFF2-40B4-BE49-F238E27FC236}">
                    <a16:creationId xmlns:a16="http://schemas.microsoft.com/office/drawing/2014/main" id="{35D982E2-C145-9C4D-9267-9EDBFAE2DA22}"/>
                  </a:ext>
                </a:extLst>
              </p14:cNvPr>
              <p14:cNvContentPartPr/>
              <p14:nvPr/>
            </p14:nvContentPartPr>
            <p14:xfrm>
              <a:off x="6574093" y="2192827"/>
              <a:ext cx="567720" cy="724320"/>
            </p14:xfrm>
          </p:contentPart>
        </mc:Choice>
        <mc:Fallback>
          <p:pic>
            <p:nvPicPr>
              <p:cNvPr id="46" name="Ink 45">
                <a:extLst>
                  <a:ext uri="{FF2B5EF4-FFF2-40B4-BE49-F238E27FC236}">
                    <a16:creationId xmlns:a16="http://schemas.microsoft.com/office/drawing/2014/main" id="{35D982E2-C145-9C4D-9267-9EDBFAE2DA22}"/>
                  </a:ext>
                </a:extLst>
              </p:cNvPr>
              <p:cNvPicPr/>
              <p:nvPr/>
            </p:nvPicPr>
            <p:blipFill>
              <a:blip r:embed="rId30"/>
              <a:stretch>
                <a:fillRect/>
              </a:stretch>
            </p:blipFill>
            <p:spPr>
              <a:xfrm>
                <a:off x="6563653" y="2182027"/>
                <a:ext cx="588960" cy="7455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50" name="Ink 49">
                <a:extLst>
                  <a:ext uri="{FF2B5EF4-FFF2-40B4-BE49-F238E27FC236}">
                    <a16:creationId xmlns:a16="http://schemas.microsoft.com/office/drawing/2014/main" id="{660596E6-163E-8F55-E7C1-2FF967E2472A}"/>
                  </a:ext>
                </a:extLst>
              </p14:cNvPr>
              <p14:cNvContentPartPr/>
              <p14:nvPr/>
            </p14:nvContentPartPr>
            <p14:xfrm>
              <a:off x="6641773" y="2908147"/>
              <a:ext cx="280080" cy="389880"/>
            </p14:xfrm>
          </p:contentPart>
        </mc:Choice>
        <mc:Fallback>
          <p:pic>
            <p:nvPicPr>
              <p:cNvPr id="50" name="Ink 49">
                <a:extLst>
                  <a:ext uri="{FF2B5EF4-FFF2-40B4-BE49-F238E27FC236}">
                    <a16:creationId xmlns:a16="http://schemas.microsoft.com/office/drawing/2014/main" id="{660596E6-163E-8F55-E7C1-2FF967E2472A}"/>
                  </a:ext>
                </a:extLst>
              </p:cNvPr>
              <p:cNvPicPr/>
              <p:nvPr/>
            </p:nvPicPr>
            <p:blipFill>
              <a:blip r:embed="rId32"/>
              <a:stretch>
                <a:fillRect/>
              </a:stretch>
            </p:blipFill>
            <p:spPr>
              <a:xfrm>
                <a:off x="6631320" y="2897347"/>
                <a:ext cx="301347" cy="4111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51" name="Ink 50">
                <a:extLst>
                  <a:ext uri="{FF2B5EF4-FFF2-40B4-BE49-F238E27FC236}">
                    <a16:creationId xmlns:a16="http://schemas.microsoft.com/office/drawing/2014/main" id="{8CE1E618-8EDB-1B0D-83C5-ECAE6C74E1C3}"/>
                  </a:ext>
                </a:extLst>
              </p14:cNvPr>
              <p14:cNvContentPartPr/>
              <p14:nvPr/>
            </p14:nvContentPartPr>
            <p14:xfrm>
              <a:off x="6887293" y="2848747"/>
              <a:ext cx="643680" cy="38520"/>
            </p14:xfrm>
          </p:contentPart>
        </mc:Choice>
        <mc:Fallback>
          <p:pic>
            <p:nvPicPr>
              <p:cNvPr id="51" name="Ink 50">
                <a:extLst>
                  <a:ext uri="{FF2B5EF4-FFF2-40B4-BE49-F238E27FC236}">
                    <a16:creationId xmlns:a16="http://schemas.microsoft.com/office/drawing/2014/main" id="{8CE1E618-8EDB-1B0D-83C5-ECAE6C74E1C3}"/>
                  </a:ext>
                </a:extLst>
              </p:cNvPr>
              <p:cNvPicPr/>
              <p:nvPr/>
            </p:nvPicPr>
            <p:blipFill>
              <a:blip r:embed="rId34"/>
              <a:stretch>
                <a:fillRect/>
              </a:stretch>
            </p:blipFill>
            <p:spPr>
              <a:xfrm>
                <a:off x="6876853" y="2838307"/>
                <a:ext cx="66492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54" name="Ink 53">
                <a:extLst>
                  <a:ext uri="{FF2B5EF4-FFF2-40B4-BE49-F238E27FC236}">
                    <a16:creationId xmlns:a16="http://schemas.microsoft.com/office/drawing/2014/main" id="{EEC5D716-38A7-20DE-EF7E-3D10804078DC}"/>
                  </a:ext>
                </a:extLst>
              </p14:cNvPr>
              <p14:cNvContentPartPr/>
              <p14:nvPr/>
            </p14:nvContentPartPr>
            <p14:xfrm>
              <a:off x="7827253" y="2446627"/>
              <a:ext cx="499680" cy="203760"/>
            </p14:xfrm>
          </p:contentPart>
        </mc:Choice>
        <mc:Fallback>
          <p:pic>
            <p:nvPicPr>
              <p:cNvPr id="54" name="Ink 53">
                <a:extLst>
                  <a:ext uri="{FF2B5EF4-FFF2-40B4-BE49-F238E27FC236}">
                    <a16:creationId xmlns:a16="http://schemas.microsoft.com/office/drawing/2014/main" id="{EEC5D716-38A7-20DE-EF7E-3D10804078DC}"/>
                  </a:ext>
                </a:extLst>
              </p:cNvPr>
              <p:cNvPicPr/>
              <p:nvPr/>
            </p:nvPicPr>
            <p:blipFill>
              <a:blip r:embed="rId36"/>
              <a:stretch>
                <a:fillRect/>
              </a:stretch>
            </p:blipFill>
            <p:spPr>
              <a:xfrm>
                <a:off x="7816805" y="2436169"/>
                <a:ext cx="520935" cy="225038"/>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57" name="Ink 56">
                <a:extLst>
                  <a:ext uri="{FF2B5EF4-FFF2-40B4-BE49-F238E27FC236}">
                    <a16:creationId xmlns:a16="http://schemas.microsoft.com/office/drawing/2014/main" id="{C3D3489B-3C71-3F60-B93D-8343B8A6BA71}"/>
                  </a:ext>
                </a:extLst>
              </p14:cNvPr>
              <p14:cNvContentPartPr/>
              <p14:nvPr/>
            </p14:nvContentPartPr>
            <p14:xfrm>
              <a:off x="5126533" y="2772787"/>
              <a:ext cx="1014480" cy="152640"/>
            </p14:xfrm>
          </p:contentPart>
        </mc:Choice>
        <mc:Fallback>
          <p:pic>
            <p:nvPicPr>
              <p:cNvPr id="57" name="Ink 56">
                <a:extLst>
                  <a:ext uri="{FF2B5EF4-FFF2-40B4-BE49-F238E27FC236}">
                    <a16:creationId xmlns:a16="http://schemas.microsoft.com/office/drawing/2014/main" id="{C3D3489B-3C71-3F60-B93D-8343B8A6BA71}"/>
                  </a:ext>
                </a:extLst>
              </p:cNvPr>
              <p:cNvPicPr/>
              <p:nvPr/>
            </p:nvPicPr>
            <p:blipFill>
              <a:blip r:embed="rId38"/>
              <a:stretch>
                <a:fillRect/>
              </a:stretch>
            </p:blipFill>
            <p:spPr>
              <a:xfrm>
                <a:off x="5112133" y="2758387"/>
                <a:ext cx="104292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58" name="Ink 57">
                <a:extLst>
                  <a:ext uri="{FF2B5EF4-FFF2-40B4-BE49-F238E27FC236}">
                    <a16:creationId xmlns:a16="http://schemas.microsoft.com/office/drawing/2014/main" id="{8B700639-C0C4-7F6C-6C83-302CA58EC58F}"/>
                  </a:ext>
                </a:extLst>
              </p14:cNvPr>
              <p14:cNvContentPartPr/>
              <p14:nvPr/>
            </p14:nvContentPartPr>
            <p14:xfrm>
              <a:off x="4510213" y="4428067"/>
              <a:ext cx="2551320" cy="107640"/>
            </p14:xfrm>
          </p:contentPart>
        </mc:Choice>
        <mc:Fallback>
          <p:pic>
            <p:nvPicPr>
              <p:cNvPr id="58" name="Ink 57">
                <a:extLst>
                  <a:ext uri="{FF2B5EF4-FFF2-40B4-BE49-F238E27FC236}">
                    <a16:creationId xmlns:a16="http://schemas.microsoft.com/office/drawing/2014/main" id="{8B700639-C0C4-7F6C-6C83-302CA58EC58F}"/>
                  </a:ext>
                </a:extLst>
              </p:cNvPr>
              <p:cNvPicPr/>
              <p:nvPr/>
            </p:nvPicPr>
            <p:blipFill>
              <a:blip r:embed="rId40"/>
              <a:stretch>
                <a:fillRect/>
              </a:stretch>
            </p:blipFill>
            <p:spPr>
              <a:xfrm>
                <a:off x="4499413" y="4417267"/>
                <a:ext cx="257256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59" name="Ink 58">
                <a:extLst>
                  <a:ext uri="{FF2B5EF4-FFF2-40B4-BE49-F238E27FC236}">
                    <a16:creationId xmlns:a16="http://schemas.microsoft.com/office/drawing/2014/main" id="{830FD4F0-E2E7-F394-DD16-B638A8C41F27}"/>
                  </a:ext>
                </a:extLst>
              </p14:cNvPr>
              <p14:cNvContentPartPr/>
              <p14:nvPr/>
            </p14:nvContentPartPr>
            <p14:xfrm>
              <a:off x="588373" y="5672587"/>
              <a:ext cx="93600" cy="17280"/>
            </p14:xfrm>
          </p:contentPart>
        </mc:Choice>
        <mc:Fallback>
          <p:pic>
            <p:nvPicPr>
              <p:cNvPr id="59" name="Ink 58">
                <a:extLst>
                  <a:ext uri="{FF2B5EF4-FFF2-40B4-BE49-F238E27FC236}">
                    <a16:creationId xmlns:a16="http://schemas.microsoft.com/office/drawing/2014/main" id="{830FD4F0-E2E7-F394-DD16-B638A8C41F27}"/>
                  </a:ext>
                </a:extLst>
              </p:cNvPr>
              <p:cNvPicPr/>
              <p:nvPr/>
            </p:nvPicPr>
            <p:blipFill>
              <a:blip r:embed="rId42"/>
              <a:stretch>
                <a:fillRect/>
              </a:stretch>
            </p:blipFill>
            <p:spPr>
              <a:xfrm>
                <a:off x="577573" y="5661787"/>
                <a:ext cx="114840" cy="38520"/>
              </a:xfrm>
              <a:prstGeom prst="rect">
                <a:avLst/>
              </a:prstGeom>
            </p:spPr>
          </p:pic>
        </mc:Fallback>
      </mc:AlternateContent>
    </p:spTree>
    <p:extLst>
      <p:ext uri="{BB962C8B-B14F-4D97-AF65-F5344CB8AC3E}">
        <p14:creationId xmlns:p14="http://schemas.microsoft.com/office/powerpoint/2010/main" val="1029333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a:t>
            </a:r>
          </a:p>
        </p:txBody>
      </p:sp>
      <p:sp>
        <p:nvSpPr>
          <p:cNvPr id="3" name="Content Placeholder 2"/>
          <p:cNvSpPr>
            <a:spLocks noGrp="1"/>
          </p:cNvSpPr>
          <p:nvPr>
            <p:ph idx="1"/>
          </p:nvPr>
        </p:nvSpPr>
        <p:spPr>
          <a:xfrm>
            <a:off x="457200" y="1878066"/>
            <a:ext cx="8229600" cy="3893147"/>
          </a:xfrm>
        </p:spPr>
        <p:txBody>
          <a:bodyPr>
            <a:normAutofit/>
          </a:bodyPr>
          <a:lstStyle/>
          <a:p>
            <a:pPr>
              <a:buFont typeface="Arial" panose="020B0604020202020204" pitchFamily="34" charset="0"/>
              <a:buChar char="•"/>
            </a:pPr>
            <a:r>
              <a:rPr lang="en-US" sz="3600" dirty="0"/>
              <a:t>Model induction:</a:t>
            </a:r>
          </a:p>
          <a:p>
            <a:pPr lvl="2">
              <a:buFont typeface="Arial" panose="020B0604020202020204" pitchFamily="34" charset="0"/>
              <a:buChar char="•"/>
            </a:pPr>
            <a:r>
              <a:rPr lang="en-US" sz="2800" dirty="0"/>
              <a:t>The creation of </a:t>
            </a:r>
            <a:r>
              <a:rPr lang="en-US" sz="2800" b="1" dirty="0"/>
              <a:t>models</a:t>
            </a:r>
            <a:r>
              <a:rPr lang="en-US" sz="2800" dirty="0"/>
              <a:t> from data</a:t>
            </a:r>
          </a:p>
          <a:p>
            <a:pPr>
              <a:buFont typeface="Arial" panose="020B0604020202020204" pitchFamily="34" charset="0"/>
              <a:buChar char="•"/>
            </a:pPr>
            <a:r>
              <a:rPr lang="en-US" sz="3600" dirty="0"/>
              <a:t>Training data:</a:t>
            </a:r>
          </a:p>
          <a:p>
            <a:pPr lvl="2">
              <a:buFont typeface="Arial" panose="020B0604020202020204" pitchFamily="34" charset="0"/>
              <a:buChar char="•"/>
            </a:pPr>
            <a:r>
              <a:rPr lang="en-US" sz="2800" dirty="0"/>
              <a:t>The input data for the induction algorithm</a:t>
            </a:r>
          </a:p>
          <a:p>
            <a:pPr lvl="2">
              <a:buFont typeface="Arial" panose="020B0604020202020204" pitchFamily="34" charset="0"/>
              <a:buChar char="•"/>
            </a:pPr>
            <a:r>
              <a:rPr lang="en-US" sz="2800" dirty="0"/>
              <a:t>Consists of attributes</a:t>
            </a:r>
          </a:p>
          <a:p>
            <a:pPr lvl="2">
              <a:buFont typeface="Arial" panose="020B0604020202020204" pitchFamily="34" charset="0"/>
              <a:buChar char="•"/>
            </a:pPr>
            <a:r>
              <a:rPr lang="en-US" sz="2800" dirty="0"/>
              <a:t>Which attributes (features) are informative, correlates with what you want to know  (targets)?</a:t>
            </a:r>
          </a:p>
        </p:txBody>
      </p:sp>
    </p:spTree>
    <p:extLst>
      <p:ext uri="{BB962C8B-B14F-4D97-AF65-F5344CB8AC3E}">
        <p14:creationId xmlns:p14="http://schemas.microsoft.com/office/powerpoint/2010/main" val="1110620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5244"/>
            <a:ext cx="7886700" cy="1325563"/>
          </a:xfrm>
        </p:spPr>
        <p:txBody>
          <a:bodyPr/>
          <a:lstStyle/>
          <a:p>
            <a:r>
              <a:rPr lang="en-US" dirty="0"/>
              <a:t>Terminology</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80231" y="1690689"/>
            <a:ext cx="5728706" cy="4572000"/>
          </a:xfrm>
        </p:spPr>
      </p:pic>
      <mc:AlternateContent xmlns:mc="http://schemas.openxmlformats.org/markup-compatibility/2006">
        <mc:Choice xmlns:p14="http://schemas.microsoft.com/office/powerpoint/2010/main" Requires="p14">
          <p:contentPart p14:bwMode="auto" r:id="rId4">
            <p14:nvContentPartPr>
              <p14:cNvPr id="15" name="Ink 14">
                <a:extLst>
                  <a:ext uri="{FF2B5EF4-FFF2-40B4-BE49-F238E27FC236}">
                    <a16:creationId xmlns:a16="http://schemas.microsoft.com/office/drawing/2014/main" id="{2D28C558-EB71-BC74-F30D-28846AB6BFD6}"/>
                  </a:ext>
                </a:extLst>
              </p14:cNvPr>
              <p14:cNvContentPartPr/>
              <p14:nvPr/>
            </p14:nvContentPartPr>
            <p14:xfrm>
              <a:off x="7314973" y="4139867"/>
              <a:ext cx="604800" cy="1020960"/>
            </p14:xfrm>
          </p:contentPart>
        </mc:Choice>
        <mc:Fallback>
          <p:pic>
            <p:nvPicPr>
              <p:cNvPr id="15" name="Ink 14">
                <a:extLst>
                  <a:ext uri="{FF2B5EF4-FFF2-40B4-BE49-F238E27FC236}">
                    <a16:creationId xmlns:a16="http://schemas.microsoft.com/office/drawing/2014/main" id="{2D28C558-EB71-BC74-F30D-28846AB6BFD6}"/>
                  </a:ext>
                </a:extLst>
              </p:cNvPr>
              <p:cNvPicPr/>
              <p:nvPr/>
            </p:nvPicPr>
            <p:blipFill>
              <a:blip r:embed="rId5"/>
              <a:stretch>
                <a:fillRect/>
              </a:stretch>
            </p:blipFill>
            <p:spPr>
              <a:xfrm>
                <a:off x="7304533" y="4129423"/>
                <a:ext cx="626040" cy="1042207"/>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6" name="Ink 15">
                <a:extLst>
                  <a:ext uri="{FF2B5EF4-FFF2-40B4-BE49-F238E27FC236}">
                    <a16:creationId xmlns:a16="http://schemas.microsoft.com/office/drawing/2014/main" id="{F617266D-A866-E739-780D-551CEC022358}"/>
                  </a:ext>
                </a:extLst>
              </p14:cNvPr>
              <p14:cNvContentPartPr/>
              <p14:nvPr/>
            </p14:nvContentPartPr>
            <p14:xfrm>
              <a:off x="7289773" y="3703907"/>
              <a:ext cx="704160" cy="296640"/>
            </p14:xfrm>
          </p:contentPart>
        </mc:Choice>
        <mc:Fallback>
          <p:pic>
            <p:nvPicPr>
              <p:cNvPr id="16" name="Ink 15">
                <a:extLst>
                  <a:ext uri="{FF2B5EF4-FFF2-40B4-BE49-F238E27FC236}">
                    <a16:creationId xmlns:a16="http://schemas.microsoft.com/office/drawing/2014/main" id="{F617266D-A866-E739-780D-551CEC022358}"/>
                  </a:ext>
                </a:extLst>
              </p:cNvPr>
              <p:cNvPicPr/>
              <p:nvPr/>
            </p:nvPicPr>
            <p:blipFill>
              <a:blip r:embed="rId7"/>
              <a:stretch>
                <a:fillRect/>
              </a:stretch>
            </p:blipFill>
            <p:spPr>
              <a:xfrm>
                <a:off x="7278979" y="3693467"/>
                <a:ext cx="725389" cy="317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7" name="Ink 16">
                <a:extLst>
                  <a:ext uri="{FF2B5EF4-FFF2-40B4-BE49-F238E27FC236}">
                    <a16:creationId xmlns:a16="http://schemas.microsoft.com/office/drawing/2014/main" id="{CA886EEE-D347-B71D-528B-031E19621191}"/>
                  </a:ext>
                </a:extLst>
              </p14:cNvPr>
              <p14:cNvContentPartPr/>
              <p14:nvPr/>
            </p14:nvContentPartPr>
            <p14:xfrm>
              <a:off x="7316773" y="3225467"/>
              <a:ext cx="660600" cy="140040"/>
            </p14:xfrm>
          </p:contentPart>
        </mc:Choice>
        <mc:Fallback>
          <p:pic>
            <p:nvPicPr>
              <p:cNvPr id="17" name="Ink 16">
                <a:extLst>
                  <a:ext uri="{FF2B5EF4-FFF2-40B4-BE49-F238E27FC236}">
                    <a16:creationId xmlns:a16="http://schemas.microsoft.com/office/drawing/2014/main" id="{CA886EEE-D347-B71D-528B-031E19621191}"/>
                  </a:ext>
                </a:extLst>
              </p:cNvPr>
              <p:cNvPicPr/>
              <p:nvPr/>
            </p:nvPicPr>
            <p:blipFill>
              <a:blip r:embed="rId9"/>
              <a:stretch>
                <a:fillRect/>
              </a:stretch>
            </p:blipFill>
            <p:spPr>
              <a:xfrm>
                <a:off x="7306327" y="3215027"/>
                <a:ext cx="681852"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0" name="Ink 19">
                <a:extLst>
                  <a:ext uri="{FF2B5EF4-FFF2-40B4-BE49-F238E27FC236}">
                    <a16:creationId xmlns:a16="http://schemas.microsoft.com/office/drawing/2014/main" id="{6AC5623B-28BB-E52D-2735-A6CDD4D65886}"/>
                  </a:ext>
                </a:extLst>
              </p14:cNvPr>
              <p14:cNvContentPartPr/>
              <p14:nvPr/>
            </p14:nvContentPartPr>
            <p14:xfrm>
              <a:off x="1934413" y="3056267"/>
              <a:ext cx="4652640" cy="601560"/>
            </p14:xfrm>
          </p:contentPart>
        </mc:Choice>
        <mc:Fallback>
          <p:pic>
            <p:nvPicPr>
              <p:cNvPr id="20" name="Ink 19">
                <a:extLst>
                  <a:ext uri="{FF2B5EF4-FFF2-40B4-BE49-F238E27FC236}">
                    <a16:creationId xmlns:a16="http://schemas.microsoft.com/office/drawing/2014/main" id="{6AC5623B-28BB-E52D-2735-A6CDD4D65886}"/>
                  </a:ext>
                </a:extLst>
              </p:cNvPr>
              <p:cNvPicPr/>
              <p:nvPr/>
            </p:nvPicPr>
            <p:blipFill>
              <a:blip r:embed="rId11"/>
              <a:stretch>
                <a:fillRect/>
              </a:stretch>
            </p:blipFill>
            <p:spPr>
              <a:xfrm>
                <a:off x="1923973" y="3045827"/>
                <a:ext cx="4673880" cy="622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3" name="Ink 22">
                <a:extLst>
                  <a:ext uri="{FF2B5EF4-FFF2-40B4-BE49-F238E27FC236}">
                    <a16:creationId xmlns:a16="http://schemas.microsoft.com/office/drawing/2014/main" id="{4F8A3F65-737D-37EA-BE33-C7B3211B82B4}"/>
                  </a:ext>
                </a:extLst>
              </p14:cNvPr>
              <p14:cNvContentPartPr/>
              <p14:nvPr/>
            </p14:nvContentPartPr>
            <p14:xfrm>
              <a:off x="7082053" y="2550467"/>
              <a:ext cx="93600" cy="197280"/>
            </p14:xfrm>
          </p:contentPart>
        </mc:Choice>
        <mc:Fallback>
          <p:pic>
            <p:nvPicPr>
              <p:cNvPr id="23" name="Ink 22">
                <a:extLst>
                  <a:ext uri="{FF2B5EF4-FFF2-40B4-BE49-F238E27FC236}">
                    <a16:creationId xmlns:a16="http://schemas.microsoft.com/office/drawing/2014/main" id="{4F8A3F65-737D-37EA-BE33-C7B3211B82B4}"/>
                  </a:ext>
                </a:extLst>
              </p:cNvPr>
              <p:cNvPicPr/>
              <p:nvPr/>
            </p:nvPicPr>
            <p:blipFill>
              <a:blip r:embed="rId13"/>
              <a:stretch>
                <a:fillRect/>
              </a:stretch>
            </p:blipFill>
            <p:spPr>
              <a:xfrm>
                <a:off x="7071613" y="2540008"/>
                <a:ext cx="114840" cy="218559"/>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4" name="Ink 23">
                <a:extLst>
                  <a:ext uri="{FF2B5EF4-FFF2-40B4-BE49-F238E27FC236}">
                    <a16:creationId xmlns:a16="http://schemas.microsoft.com/office/drawing/2014/main" id="{7F312506-5313-142A-6B83-6FACBADF2000}"/>
                  </a:ext>
                </a:extLst>
              </p14:cNvPr>
              <p14:cNvContentPartPr/>
              <p14:nvPr/>
            </p14:nvContentPartPr>
            <p14:xfrm>
              <a:off x="2628853" y="3941147"/>
              <a:ext cx="68040" cy="110520"/>
            </p14:xfrm>
          </p:contentPart>
        </mc:Choice>
        <mc:Fallback>
          <p:pic>
            <p:nvPicPr>
              <p:cNvPr id="24" name="Ink 23">
                <a:extLst>
                  <a:ext uri="{FF2B5EF4-FFF2-40B4-BE49-F238E27FC236}">
                    <a16:creationId xmlns:a16="http://schemas.microsoft.com/office/drawing/2014/main" id="{7F312506-5313-142A-6B83-6FACBADF2000}"/>
                  </a:ext>
                </a:extLst>
              </p:cNvPr>
              <p:cNvPicPr/>
              <p:nvPr/>
            </p:nvPicPr>
            <p:blipFill>
              <a:blip r:embed="rId15"/>
              <a:stretch>
                <a:fillRect/>
              </a:stretch>
            </p:blipFill>
            <p:spPr>
              <a:xfrm>
                <a:off x="2618053" y="3930347"/>
                <a:ext cx="8928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5" name="Ink 24">
                <a:extLst>
                  <a:ext uri="{FF2B5EF4-FFF2-40B4-BE49-F238E27FC236}">
                    <a16:creationId xmlns:a16="http://schemas.microsoft.com/office/drawing/2014/main" id="{D192AA5A-2F02-C229-09AE-EDDAEAF09E97}"/>
                  </a:ext>
                </a:extLst>
              </p14:cNvPr>
              <p14:cNvContentPartPr/>
              <p14:nvPr/>
            </p14:nvContentPartPr>
            <p14:xfrm>
              <a:off x="3771853" y="4368467"/>
              <a:ext cx="34200" cy="51120"/>
            </p14:xfrm>
          </p:contentPart>
        </mc:Choice>
        <mc:Fallback>
          <p:pic>
            <p:nvPicPr>
              <p:cNvPr id="25" name="Ink 24">
                <a:extLst>
                  <a:ext uri="{FF2B5EF4-FFF2-40B4-BE49-F238E27FC236}">
                    <a16:creationId xmlns:a16="http://schemas.microsoft.com/office/drawing/2014/main" id="{D192AA5A-2F02-C229-09AE-EDDAEAF09E97}"/>
                  </a:ext>
                </a:extLst>
              </p:cNvPr>
              <p:cNvPicPr/>
              <p:nvPr/>
            </p:nvPicPr>
            <p:blipFill>
              <a:blip r:embed="rId17"/>
              <a:stretch>
                <a:fillRect/>
              </a:stretch>
            </p:blipFill>
            <p:spPr>
              <a:xfrm>
                <a:off x="3761053" y="4358027"/>
                <a:ext cx="5544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6" name="Ink 25">
                <a:extLst>
                  <a:ext uri="{FF2B5EF4-FFF2-40B4-BE49-F238E27FC236}">
                    <a16:creationId xmlns:a16="http://schemas.microsoft.com/office/drawing/2014/main" id="{7A26CCB8-3CA0-BBAD-BB8D-8A39170CAE4B}"/>
                  </a:ext>
                </a:extLst>
              </p14:cNvPr>
              <p14:cNvContentPartPr/>
              <p14:nvPr/>
            </p14:nvContentPartPr>
            <p14:xfrm>
              <a:off x="2514373" y="5175947"/>
              <a:ext cx="595800" cy="327600"/>
            </p14:xfrm>
          </p:contentPart>
        </mc:Choice>
        <mc:Fallback>
          <p:pic>
            <p:nvPicPr>
              <p:cNvPr id="26" name="Ink 25">
                <a:extLst>
                  <a:ext uri="{FF2B5EF4-FFF2-40B4-BE49-F238E27FC236}">
                    <a16:creationId xmlns:a16="http://schemas.microsoft.com/office/drawing/2014/main" id="{7A26CCB8-3CA0-BBAD-BB8D-8A39170CAE4B}"/>
                  </a:ext>
                </a:extLst>
              </p:cNvPr>
              <p:cNvPicPr/>
              <p:nvPr/>
            </p:nvPicPr>
            <p:blipFill>
              <a:blip r:embed="rId19"/>
              <a:stretch>
                <a:fillRect/>
              </a:stretch>
            </p:blipFill>
            <p:spPr>
              <a:xfrm>
                <a:off x="2503933" y="5165147"/>
                <a:ext cx="617040" cy="3488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9" name="Ink 28">
                <a:extLst>
                  <a:ext uri="{FF2B5EF4-FFF2-40B4-BE49-F238E27FC236}">
                    <a16:creationId xmlns:a16="http://schemas.microsoft.com/office/drawing/2014/main" id="{C9E40222-8EFE-06B6-D805-9E6F50FBE389}"/>
                  </a:ext>
                </a:extLst>
              </p14:cNvPr>
              <p14:cNvContentPartPr/>
              <p14:nvPr/>
            </p14:nvContentPartPr>
            <p14:xfrm>
              <a:off x="6294733" y="5498867"/>
              <a:ext cx="17640" cy="42840"/>
            </p14:xfrm>
          </p:contentPart>
        </mc:Choice>
        <mc:Fallback>
          <p:pic>
            <p:nvPicPr>
              <p:cNvPr id="29" name="Ink 28">
                <a:extLst>
                  <a:ext uri="{FF2B5EF4-FFF2-40B4-BE49-F238E27FC236}">
                    <a16:creationId xmlns:a16="http://schemas.microsoft.com/office/drawing/2014/main" id="{C9E40222-8EFE-06B6-D805-9E6F50FBE389}"/>
                  </a:ext>
                </a:extLst>
              </p:cNvPr>
              <p:cNvPicPr/>
              <p:nvPr/>
            </p:nvPicPr>
            <p:blipFill>
              <a:blip r:embed="rId21"/>
              <a:stretch>
                <a:fillRect/>
              </a:stretch>
            </p:blipFill>
            <p:spPr>
              <a:xfrm>
                <a:off x="6284075" y="5488427"/>
                <a:ext cx="39323"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2" name="Ink 31">
                <a:extLst>
                  <a:ext uri="{FF2B5EF4-FFF2-40B4-BE49-F238E27FC236}">
                    <a16:creationId xmlns:a16="http://schemas.microsoft.com/office/drawing/2014/main" id="{238C7049-2136-EDF3-1CC8-1D435CAB0E74}"/>
                  </a:ext>
                </a:extLst>
              </p14:cNvPr>
              <p14:cNvContentPartPr/>
              <p14:nvPr/>
            </p14:nvContentPartPr>
            <p14:xfrm>
              <a:off x="2433373" y="2023427"/>
              <a:ext cx="439560" cy="511920"/>
            </p14:xfrm>
          </p:contentPart>
        </mc:Choice>
        <mc:Fallback>
          <p:pic>
            <p:nvPicPr>
              <p:cNvPr id="32" name="Ink 31">
                <a:extLst>
                  <a:ext uri="{FF2B5EF4-FFF2-40B4-BE49-F238E27FC236}">
                    <a16:creationId xmlns:a16="http://schemas.microsoft.com/office/drawing/2014/main" id="{238C7049-2136-EDF3-1CC8-1D435CAB0E74}"/>
                  </a:ext>
                </a:extLst>
              </p:cNvPr>
              <p:cNvPicPr/>
              <p:nvPr/>
            </p:nvPicPr>
            <p:blipFill>
              <a:blip r:embed="rId23"/>
              <a:stretch>
                <a:fillRect/>
              </a:stretch>
            </p:blipFill>
            <p:spPr>
              <a:xfrm>
                <a:off x="2422933" y="2012635"/>
                <a:ext cx="460800" cy="533145"/>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5" name="Ink 34">
                <a:extLst>
                  <a:ext uri="{FF2B5EF4-FFF2-40B4-BE49-F238E27FC236}">
                    <a16:creationId xmlns:a16="http://schemas.microsoft.com/office/drawing/2014/main" id="{3C8FA812-EC27-5537-6C16-150DAB66B1B3}"/>
                  </a:ext>
                </a:extLst>
              </p14:cNvPr>
              <p14:cNvContentPartPr/>
              <p14:nvPr/>
            </p14:nvContentPartPr>
            <p14:xfrm>
              <a:off x="5850133" y="2588267"/>
              <a:ext cx="198720" cy="146520"/>
            </p14:xfrm>
          </p:contentPart>
        </mc:Choice>
        <mc:Fallback>
          <p:pic>
            <p:nvPicPr>
              <p:cNvPr id="35" name="Ink 34">
                <a:extLst>
                  <a:ext uri="{FF2B5EF4-FFF2-40B4-BE49-F238E27FC236}">
                    <a16:creationId xmlns:a16="http://schemas.microsoft.com/office/drawing/2014/main" id="{3C8FA812-EC27-5537-6C16-150DAB66B1B3}"/>
                  </a:ext>
                </a:extLst>
              </p:cNvPr>
              <p:cNvPicPr/>
              <p:nvPr/>
            </p:nvPicPr>
            <p:blipFill>
              <a:blip r:embed="rId25"/>
              <a:stretch>
                <a:fillRect/>
              </a:stretch>
            </p:blipFill>
            <p:spPr>
              <a:xfrm>
                <a:off x="5839693" y="2577827"/>
                <a:ext cx="21996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52" name="Ink 51">
                <a:extLst>
                  <a:ext uri="{FF2B5EF4-FFF2-40B4-BE49-F238E27FC236}">
                    <a16:creationId xmlns:a16="http://schemas.microsoft.com/office/drawing/2014/main" id="{2D017416-4F0E-B151-C708-8863D579A281}"/>
                  </a:ext>
                </a:extLst>
              </p14:cNvPr>
              <p14:cNvContentPartPr/>
              <p14:nvPr/>
            </p14:nvContentPartPr>
            <p14:xfrm>
              <a:off x="3132493" y="5101067"/>
              <a:ext cx="3710160" cy="742680"/>
            </p14:xfrm>
          </p:contentPart>
        </mc:Choice>
        <mc:Fallback>
          <p:pic>
            <p:nvPicPr>
              <p:cNvPr id="52" name="Ink 51">
                <a:extLst>
                  <a:ext uri="{FF2B5EF4-FFF2-40B4-BE49-F238E27FC236}">
                    <a16:creationId xmlns:a16="http://schemas.microsoft.com/office/drawing/2014/main" id="{2D017416-4F0E-B151-C708-8863D579A281}"/>
                  </a:ext>
                </a:extLst>
              </p:cNvPr>
              <p:cNvPicPr/>
              <p:nvPr/>
            </p:nvPicPr>
            <p:blipFill>
              <a:blip r:embed="rId27"/>
              <a:stretch>
                <a:fillRect/>
              </a:stretch>
            </p:blipFill>
            <p:spPr>
              <a:xfrm>
                <a:off x="3121693" y="5090267"/>
                <a:ext cx="3731400" cy="7639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64" name="Ink 63">
                <a:extLst>
                  <a:ext uri="{FF2B5EF4-FFF2-40B4-BE49-F238E27FC236}">
                    <a16:creationId xmlns:a16="http://schemas.microsoft.com/office/drawing/2014/main" id="{25C9C567-7E6D-257D-B7EA-625AEB13EA74}"/>
                  </a:ext>
                </a:extLst>
              </p14:cNvPr>
              <p14:cNvContentPartPr/>
              <p14:nvPr/>
            </p14:nvContentPartPr>
            <p14:xfrm>
              <a:off x="5253253" y="5871467"/>
              <a:ext cx="1308600" cy="379440"/>
            </p14:xfrm>
          </p:contentPart>
        </mc:Choice>
        <mc:Fallback>
          <p:pic>
            <p:nvPicPr>
              <p:cNvPr id="64" name="Ink 63">
                <a:extLst>
                  <a:ext uri="{FF2B5EF4-FFF2-40B4-BE49-F238E27FC236}">
                    <a16:creationId xmlns:a16="http://schemas.microsoft.com/office/drawing/2014/main" id="{25C9C567-7E6D-257D-B7EA-625AEB13EA74}"/>
                  </a:ext>
                </a:extLst>
              </p:cNvPr>
              <p:cNvPicPr/>
              <p:nvPr/>
            </p:nvPicPr>
            <p:blipFill>
              <a:blip r:embed="rId29"/>
              <a:stretch>
                <a:fillRect/>
              </a:stretch>
            </p:blipFill>
            <p:spPr>
              <a:xfrm>
                <a:off x="5242813" y="5860667"/>
                <a:ext cx="1329840" cy="400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65" name="Ink 64">
                <a:extLst>
                  <a:ext uri="{FF2B5EF4-FFF2-40B4-BE49-F238E27FC236}">
                    <a16:creationId xmlns:a16="http://schemas.microsoft.com/office/drawing/2014/main" id="{344483A3-060B-2884-62DD-D3FF48168244}"/>
                  </a:ext>
                </a:extLst>
              </p14:cNvPr>
              <p14:cNvContentPartPr/>
              <p14:nvPr/>
            </p14:nvContentPartPr>
            <p14:xfrm>
              <a:off x="6299053" y="5922227"/>
              <a:ext cx="144720" cy="144000"/>
            </p14:xfrm>
          </p:contentPart>
        </mc:Choice>
        <mc:Fallback>
          <p:pic>
            <p:nvPicPr>
              <p:cNvPr id="65" name="Ink 64">
                <a:extLst>
                  <a:ext uri="{FF2B5EF4-FFF2-40B4-BE49-F238E27FC236}">
                    <a16:creationId xmlns:a16="http://schemas.microsoft.com/office/drawing/2014/main" id="{344483A3-060B-2884-62DD-D3FF48168244}"/>
                  </a:ext>
                </a:extLst>
              </p:cNvPr>
              <p:cNvPicPr/>
              <p:nvPr/>
            </p:nvPicPr>
            <p:blipFill>
              <a:blip r:embed="rId31"/>
              <a:stretch>
                <a:fillRect/>
              </a:stretch>
            </p:blipFill>
            <p:spPr>
              <a:xfrm>
                <a:off x="6288253" y="5911787"/>
                <a:ext cx="16596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66" name="Ink 65">
                <a:extLst>
                  <a:ext uri="{FF2B5EF4-FFF2-40B4-BE49-F238E27FC236}">
                    <a16:creationId xmlns:a16="http://schemas.microsoft.com/office/drawing/2014/main" id="{8E91A5EB-AAEC-E890-BF59-8F185CFBE77A}"/>
                  </a:ext>
                </a:extLst>
              </p14:cNvPr>
              <p14:cNvContentPartPr/>
              <p14:nvPr/>
            </p14:nvContentPartPr>
            <p14:xfrm>
              <a:off x="5096653" y="6252347"/>
              <a:ext cx="1359360" cy="29520"/>
            </p14:xfrm>
          </p:contentPart>
        </mc:Choice>
        <mc:Fallback>
          <p:pic>
            <p:nvPicPr>
              <p:cNvPr id="66" name="Ink 65">
                <a:extLst>
                  <a:ext uri="{FF2B5EF4-FFF2-40B4-BE49-F238E27FC236}">
                    <a16:creationId xmlns:a16="http://schemas.microsoft.com/office/drawing/2014/main" id="{8E91A5EB-AAEC-E890-BF59-8F185CFBE77A}"/>
                  </a:ext>
                </a:extLst>
              </p:cNvPr>
              <p:cNvPicPr/>
              <p:nvPr/>
            </p:nvPicPr>
            <p:blipFill>
              <a:blip r:embed="rId33"/>
              <a:stretch>
                <a:fillRect/>
              </a:stretch>
            </p:blipFill>
            <p:spPr>
              <a:xfrm>
                <a:off x="5086213" y="6241547"/>
                <a:ext cx="138060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67" name="Ink 66">
                <a:extLst>
                  <a:ext uri="{FF2B5EF4-FFF2-40B4-BE49-F238E27FC236}">
                    <a16:creationId xmlns:a16="http://schemas.microsoft.com/office/drawing/2014/main" id="{6D9EB903-C338-B980-CD5C-4A4B915EB78D}"/>
                  </a:ext>
                </a:extLst>
              </p14:cNvPr>
              <p14:cNvContentPartPr/>
              <p14:nvPr/>
            </p14:nvContentPartPr>
            <p14:xfrm>
              <a:off x="6152893" y="2357867"/>
              <a:ext cx="1310760" cy="3119040"/>
            </p14:xfrm>
          </p:contentPart>
        </mc:Choice>
        <mc:Fallback>
          <p:pic>
            <p:nvPicPr>
              <p:cNvPr id="67" name="Ink 66">
                <a:extLst>
                  <a:ext uri="{FF2B5EF4-FFF2-40B4-BE49-F238E27FC236}">
                    <a16:creationId xmlns:a16="http://schemas.microsoft.com/office/drawing/2014/main" id="{6D9EB903-C338-B980-CD5C-4A4B915EB78D}"/>
                  </a:ext>
                </a:extLst>
              </p:cNvPr>
              <p:cNvPicPr/>
              <p:nvPr/>
            </p:nvPicPr>
            <p:blipFill>
              <a:blip r:embed="rId35"/>
              <a:stretch>
                <a:fillRect/>
              </a:stretch>
            </p:blipFill>
            <p:spPr>
              <a:xfrm>
                <a:off x="6142453" y="2347067"/>
                <a:ext cx="1332000" cy="31402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70" name="Ink 69">
                <a:extLst>
                  <a:ext uri="{FF2B5EF4-FFF2-40B4-BE49-F238E27FC236}">
                    <a16:creationId xmlns:a16="http://schemas.microsoft.com/office/drawing/2014/main" id="{49C62704-D6DF-5BB4-90B7-5FBD5013D82D}"/>
                  </a:ext>
                </a:extLst>
              </p14:cNvPr>
              <p14:cNvContentPartPr/>
              <p14:nvPr/>
            </p14:nvContentPartPr>
            <p14:xfrm>
              <a:off x="2997493" y="2345267"/>
              <a:ext cx="1893960" cy="898200"/>
            </p14:xfrm>
          </p:contentPart>
        </mc:Choice>
        <mc:Fallback>
          <p:pic>
            <p:nvPicPr>
              <p:cNvPr id="70" name="Ink 69">
                <a:extLst>
                  <a:ext uri="{FF2B5EF4-FFF2-40B4-BE49-F238E27FC236}">
                    <a16:creationId xmlns:a16="http://schemas.microsoft.com/office/drawing/2014/main" id="{49C62704-D6DF-5BB4-90B7-5FBD5013D82D}"/>
                  </a:ext>
                </a:extLst>
              </p:cNvPr>
              <p:cNvPicPr/>
              <p:nvPr/>
            </p:nvPicPr>
            <p:blipFill>
              <a:blip r:embed="rId37"/>
              <a:stretch>
                <a:fillRect/>
              </a:stretch>
            </p:blipFill>
            <p:spPr>
              <a:xfrm>
                <a:off x="2986693" y="2334467"/>
                <a:ext cx="1915200" cy="9194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71" name="Ink 70">
                <a:extLst>
                  <a:ext uri="{FF2B5EF4-FFF2-40B4-BE49-F238E27FC236}">
                    <a16:creationId xmlns:a16="http://schemas.microsoft.com/office/drawing/2014/main" id="{F42D3F1D-7321-48C9-51ED-A031DF82D866}"/>
                  </a:ext>
                </a:extLst>
              </p14:cNvPr>
              <p14:cNvContentPartPr/>
              <p14:nvPr/>
            </p14:nvContentPartPr>
            <p14:xfrm>
              <a:off x="4935733" y="2510147"/>
              <a:ext cx="1235880" cy="775080"/>
            </p14:xfrm>
          </p:contentPart>
        </mc:Choice>
        <mc:Fallback>
          <p:pic>
            <p:nvPicPr>
              <p:cNvPr id="71" name="Ink 70">
                <a:extLst>
                  <a:ext uri="{FF2B5EF4-FFF2-40B4-BE49-F238E27FC236}">
                    <a16:creationId xmlns:a16="http://schemas.microsoft.com/office/drawing/2014/main" id="{F42D3F1D-7321-48C9-51ED-A031DF82D866}"/>
                  </a:ext>
                </a:extLst>
              </p:cNvPr>
              <p:cNvPicPr/>
              <p:nvPr/>
            </p:nvPicPr>
            <p:blipFill>
              <a:blip r:embed="rId39"/>
              <a:stretch>
                <a:fillRect/>
              </a:stretch>
            </p:blipFill>
            <p:spPr>
              <a:xfrm>
                <a:off x="4925293" y="2499707"/>
                <a:ext cx="1257120" cy="796320"/>
              </a:xfrm>
              <a:prstGeom prst="rect">
                <a:avLst/>
              </a:prstGeom>
            </p:spPr>
          </p:pic>
        </mc:Fallback>
      </mc:AlternateContent>
    </p:spTree>
    <p:extLst>
      <p:ext uri="{BB962C8B-B14F-4D97-AF65-F5344CB8AC3E}">
        <p14:creationId xmlns:p14="http://schemas.microsoft.com/office/powerpoint/2010/main" val="1541788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628650" y="365126"/>
            <a:ext cx="7886700" cy="1040341"/>
          </a:xfrm>
        </p:spPr>
        <p:txBody>
          <a:bodyPr/>
          <a:lstStyle/>
          <a:p>
            <a:pPr eaLnBrk="1" hangingPunct="1">
              <a:defRPr/>
            </a:pPr>
            <a:r>
              <a:rPr lang="en-US" dirty="0"/>
              <a:t>Feature Types</a:t>
            </a:r>
          </a:p>
        </p:txBody>
      </p:sp>
      <p:sp>
        <p:nvSpPr>
          <p:cNvPr id="6" name="Content Placeholder 5"/>
          <p:cNvSpPr>
            <a:spLocks noGrp="1"/>
          </p:cNvSpPr>
          <p:nvPr>
            <p:ph idx="1"/>
          </p:nvPr>
        </p:nvSpPr>
        <p:spPr>
          <a:xfrm>
            <a:off x="457200" y="1577154"/>
            <a:ext cx="8229600" cy="4530725"/>
          </a:xfrm>
        </p:spPr>
        <p:txBody>
          <a:bodyPr>
            <a:normAutofit lnSpcReduction="10000"/>
          </a:bodyPr>
          <a:lstStyle/>
          <a:p>
            <a:pPr>
              <a:buFont typeface="Arial" panose="020B0604020202020204" pitchFamily="34" charset="0"/>
              <a:buChar char="•"/>
              <a:defRPr/>
            </a:pPr>
            <a:r>
              <a:rPr lang="en-US" dirty="0"/>
              <a:t>Numeric: anything that has some order</a:t>
            </a:r>
          </a:p>
          <a:p>
            <a:pPr lvl="2">
              <a:defRPr/>
            </a:pPr>
            <a:r>
              <a:rPr lang="en-US" dirty="0"/>
              <a:t>Numbers (that mean numbers)</a:t>
            </a:r>
          </a:p>
          <a:p>
            <a:pPr lvl="2">
              <a:defRPr/>
            </a:pPr>
            <a:r>
              <a:rPr lang="en-US" dirty="0"/>
              <a:t>Dates (that look like numbers …)</a:t>
            </a:r>
          </a:p>
          <a:p>
            <a:pPr lvl="2">
              <a:defRPr/>
            </a:pPr>
            <a:r>
              <a:rPr lang="en-US" dirty="0"/>
              <a:t>Dimension of 1</a:t>
            </a:r>
          </a:p>
          <a:p>
            <a:pPr>
              <a:buFont typeface="Arial" panose="020B0604020202020204" pitchFamily="34" charset="0"/>
              <a:buChar char="•"/>
              <a:defRPr/>
            </a:pPr>
            <a:r>
              <a:rPr lang="en-US" dirty="0"/>
              <a:t>Categorical: stuff that does not have an order</a:t>
            </a:r>
          </a:p>
          <a:p>
            <a:pPr lvl="2">
              <a:defRPr/>
            </a:pPr>
            <a:r>
              <a:rPr lang="en-US" dirty="0"/>
              <a:t>Binary</a:t>
            </a:r>
          </a:p>
          <a:p>
            <a:pPr lvl="2">
              <a:defRPr/>
            </a:pPr>
            <a:r>
              <a:rPr lang="en-US" dirty="0"/>
              <a:t>Text </a:t>
            </a:r>
          </a:p>
          <a:p>
            <a:pPr lvl="2">
              <a:defRPr/>
            </a:pPr>
            <a:r>
              <a:rPr lang="en-US" dirty="0"/>
              <a:t>Dimension = number of possible values (-1)</a:t>
            </a:r>
          </a:p>
          <a:p>
            <a:pPr>
              <a:buFont typeface="Arial" panose="020B0604020202020204" pitchFamily="34" charset="0"/>
              <a:buChar char="•"/>
              <a:defRPr/>
            </a:pPr>
            <a:r>
              <a:rPr lang="en-US" dirty="0">
                <a:solidFill>
                  <a:srgbClr val="671E97"/>
                </a:solidFill>
                <a:effectLst/>
              </a:rPr>
              <a:t>Food for thought: Names, Ratings (good, excellent, diamond), Standard Industry </a:t>
            </a:r>
            <a:r>
              <a:rPr lang="en-US" dirty="0">
                <a:solidFill>
                  <a:srgbClr val="671E97"/>
                </a:solidFill>
              </a:rPr>
              <a:t>Classification (</a:t>
            </a:r>
            <a:r>
              <a:rPr lang="en-US" dirty="0">
                <a:solidFill>
                  <a:srgbClr val="671E97"/>
                </a:solidFill>
                <a:hlinkClick r:id="rId3"/>
              </a:rPr>
              <a:t>https://</a:t>
            </a:r>
            <a:r>
              <a:rPr lang="en-US" dirty="0" err="1">
                <a:solidFill>
                  <a:srgbClr val="671E97"/>
                </a:solidFill>
                <a:hlinkClick r:id="rId3"/>
              </a:rPr>
              <a:t>en.wikipedia.org</a:t>
            </a:r>
            <a:r>
              <a:rPr lang="en-US" dirty="0">
                <a:solidFill>
                  <a:srgbClr val="671E97"/>
                </a:solidFill>
                <a:hlinkClick r:id="rId3"/>
              </a:rPr>
              <a:t>/wiki/</a:t>
            </a:r>
            <a:r>
              <a:rPr lang="en-US" dirty="0" err="1">
                <a:solidFill>
                  <a:srgbClr val="671E97"/>
                </a:solidFill>
                <a:hlinkClick r:id="rId3"/>
              </a:rPr>
              <a:t>Standard_Industrial_Classification</a:t>
            </a:r>
            <a:r>
              <a:rPr lang="en-US" dirty="0">
                <a:solidFill>
                  <a:srgbClr val="671E97"/>
                </a:solidFill>
              </a:rPr>
              <a:t>)</a:t>
            </a:r>
            <a:endParaRPr lang="en-US" dirty="0">
              <a:solidFill>
                <a:srgbClr val="671E97"/>
              </a:solidFill>
              <a:effectLst/>
            </a:endParaRPr>
          </a:p>
          <a:p>
            <a:pPr>
              <a:buFont typeface="Wingdings" pitchFamily="2" charset="2"/>
              <a:buNone/>
              <a:defRPr/>
            </a:pPr>
            <a:endParaRPr lang="en-US" dirty="0"/>
          </a:p>
        </p:txBody>
      </p:sp>
    </p:spTree>
    <p:extLst>
      <p:ext uri="{BB962C8B-B14F-4D97-AF65-F5344CB8AC3E}">
        <p14:creationId xmlns:p14="http://schemas.microsoft.com/office/powerpoint/2010/main" val="967662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Dimensionality of the data?</a:t>
            </a:r>
          </a:p>
        </p:txBody>
      </p:sp>
      <p:sp>
        <p:nvSpPr>
          <p:cNvPr id="13315" name="Rectangle 3"/>
          <p:cNvSpPr>
            <a:spLocks noGrp="1" noChangeArrowheads="1"/>
          </p:cNvSpPr>
          <p:nvPr>
            <p:ph idx="1"/>
          </p:nvPr>
        </p:nvSpPr>
        <p:spPr>
          <a:xfrm>
            <a:off x="475013" y="4845131"/>
            <a:ext cx="8241475" cy="1472541"/>
          </a:xfrm>
        </p:spPr>
        <p:txBody>
          <a:bodyPr/>
          <a:lstStyle/>
          <a:p>
            <a:pPr marL="457200" indent="-457200" eaLnBrk="1" hangingPunct="1">
              <a:lnSpc>
                <a:spcPct val="80000"/>
              </a:lnSpc>
              <a:buFont typeface="Arial" panose="020B0604020202020204" pitchFamily="34" charset="0"/>
              <a:buChar char="•"/>
              <a:defRPr/>
            </a:pPr>
            <a:r>
              <a:rPr lang="en-US" sz="2400" b="1" dirty="0"/>
              <a:t>Dimensionality</a:t>
            </a:r>
            <a:r>
              <a:rPr lang="en-US" sz="2400" dirty="0"/>
              <a:t> </a:t>
            </a:r>
            <a:r>
              <a:rPr lang="en-US" sz="2400" b="1" dirty="0"/>
              <a:t>of a </a:t>
            </a:r>
            <a:r>
              <a:rPr lang="en-US" sz="2400" b="1" u="sng" dirty="0"/>
              <a:t>dataset</a:t>
            </a:r>
            <a:r>
              <a:rPr lang="en-US" sz="2400" b="1" dirty="0"/>
              <a:t> </a:t>
            </a:r>
            <a:r>
              <a:rPr lang="en-US" sz="2400" dirty="0"/>
              <a:t>is the sum of the dimensions of the features</a:t>
            </a:r>
          </a:p>
          <a:p>
            <a:pPr marL="801688" lvl="2" indent="-457200">
              <a:lnSpc>
                <a:spcPct val="80000"/>
              </a:lnSpc>
              <a:buFont typeface="Arial" panose="020B0604020202020204" pitchFamily="34" charset="0"/>
              <a:buChar char="•"/>
              <a:defRPr/>
            </a:pPr>
            <a:r>
              <a:rPr lang="en-US" sz="2000" dirty="0"/>
              <a:t>The sum of the number of numeric features and ~ the number of values of categorical features</a:t>
            </a:r>
          </a:p>
        </p:txBody>
      </p:sp>
      <p:sp>
        <p:nvSpPr>
          <p:cNvPr id="2054" name="Line 7"/>
          <p:cNvSpPr>
            <a:spLocks noChangeShapeType="1"/>
          </p:cNvSpPr>
          <p:nvPr/>
        </p:nvSpPr>
        <p:spPr bwMode="auto">
          <a:xfrm flipV="1">
            <a:off x="1531917" y="2131033"/>
            <a:ext cx="6080166" cy="11876"/>
          </a:xfrm>
          <a:prstGeom prst="line">
            <a:avLst/>
          </a:prstGeom>
          <a:noFill/>
          <a:ln w="25400">
            <a:solidFill>
              <a:srgbClr val="671E97"/>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5" name="Text Box 8"/>
          <p:cNvSpPr txBox="1">
            <a:spLocks noChangeArrowheads="1"/>
          </p:cNvSpPr>
          <p:nvPr/>
        </p:nvSpPr>
        <p:spPr bwMode="auto">
          <a:xfrm>
            <a:off x="3099965" y="1692635"/>
            <a:ext cx="294407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i="1">
                <a:solidFill>
                  <a:schemeClr val="tx1"/>
                </a:solidFill>
                <a:latin typeface="Arial" pitchFamily="34" charset="0"/>
              </a:defRPr>
            </a:lvl1pPr>
            <a:lvl2pPr marL="742950" indent="-285750">
              <a:defRPr i="1">
                <a:solidFill>
                  <a:schemeClr val="tx1"/>
                </a:solidFill>
                <a:latin typeface="Arial" pitchFamily="34" charset="0"/>
              </a:defRPr>
            </a:lvl2pPr>
            <a:lvl3pPr marL="1143000" indent="-228600">
              <a:defRPr i="1">
                <a:solidFill>
                  <a:schemeClr val="tx1"/>
                </a:solidFill>
                <a:latin typeface="Arial" pitchFamily="34" charset="0"/>
              </a:defRPr>
            </a:lvl3pPr>
            <a:lvl4pPr marL="1600200" indent="-228600">
              <a:defRPr i="1">
                <a:solidFill>
                  <a:schemeClr val="tx1"/>
                </a:solidFill>
                <a:latin typeface="Arial" pitchFamily="34" charset="0"/>
              </a:defRPr>
            </a:lvl4pPr>
            <a:lvl5pPr marL="2057400" indent="-228600">
              <a:defRPr i="1">
                <a:solidFill>
                  <a:schemeClr val="tx1"/>
                </a:solidFill>
                <a:latin typeface="Arial" pitchFamily="34" charset="0"/>
              </a:defRPr>
            </a:lvl5pPr>
            <a:lvl6pPr marL="2514600" indent="-228600" algn="r" eaLnBrk="0" fontAlgn="base" hangingPunct="0">
              <a:spcBef>
                <a:spcPct val="0"/>
              </a:spcBef>
              <a:spcAft>
                <a:spcPct val="0"/>
              </a:spcAft>
              <a:defRPr i="1">
                <a:solidFill>
                  <a:schemeClr val="tx1"/>
                </a:solidFill>
                <a:latin typeface="Arial" pitchFamily="34" charset="0"/>
              </a:defRPr>
            </a:lvl6pPr>
            <a:lvl7pPr marL="2971800" indent="-228600" algn="r" eaLnBrk="0" fontAlgn="base" hangingPunct="0">
              <a:spcBef>
                <a:spcPct val="0"/>
              </a:spcBef>
              <a:spcAft>
                <a:spcPct val="0"/>
              </a:spcAft>
              <a:defRPr i="1">
                <a:solidFill>
                  <a:schemeClr val="tx1"/>
                </a:solidFill>
                <a:latin typeface="Arial" pitchFamily="34" charset="0"/>
              </a:defRPr>
            </a:lvl7pPr>
            <a:lvl8pPr marL="3429000" indent="-228600" algn="r" eaLnBrk="0" fontAlgn="base" hangingPunct="0">
              <a:spcBef>
                <a:spcPct val="0"/>
              </a:spcBef>
              <a:spcAft>
                <a:spcPct val="0"/>
              </a:spcAft>
              <a:defRPr i="1">
                <a:solidFill>
                  <a:schemeClr val="tx1"/>
                </a:solidFill>
                <a:latin typeface="Arial" pitchFamily="34" charset="0"/>
              </a:defRPr>
            </a:lvl8pPr>
            <a:lvl9pPr marL="3886200" indent="-228600" algn="r" eaLnBrk="0" fontAlgn="base" hangingPunct="0">
              <a:spcBef>
                <a:spcPct val="0"/>
              </a:spcBef>
              <a:spcAft>
                <a:spcPct val="0"/>
              </a:spcAft>
              <a:defRPr i="1">
                <a:solidFill>
                  <a:schemeClr val="tx1"/>
                </a:solidFill>
                <a:latin typeface="Arial" pitchFamily="34" charset="0"/>
              </a:defRPr>
            </a:lvl9pPr>
          </a:lstStyle>
          <a:p>
            <a:pPr algn="l" eaLnBrk="1" hangingPunct="1"/>
            <a:r>
              <a:rPr lang="en-US" altLang="en-US" sz="2400" i="0" dirty="0">
                <a:solidFill>
                  <a:srgbClr val="671E97"/>
                </a:solidFill>
                <a:latin typeface="Tahoma" pitchFamily="34" charset="0"/>
                <a:cs typeface="Arial" pitchFamily="34" charset="0"/>
              </a:rPr>
              <a:t>Attributes / Features</a:t>
            </a: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917" y="2137433"/>
            <a:ext cx="6096000" cy="271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086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Data Mining Tasks</a:t>
            </a:r>
          </a:p>
        </p:txBody>
      </p:sp>
      <p:sp>
        <p:nvSpPr>
          <p:cNvPr id="3" name="Content Placeholder 2"/>
          <p:cNvSpPr>
            <a:spLocks noGrp="1"/>
          </p:cNvSpPr>
          <p:nvPr>
            <p:ph idx="1"/>
          </p:nvPr>
        </p:nvSpPr>
        <p:spPr>
          <a:xfrm>
            <a:off x="457200" y="2107571"/>
            <a:ext cx="8229600" cy="3891785"/>
          </a:xfrm>
        </p:spPr>
        <p:txBody>
          <a:bodyPr>
            <a:normAutofit lnSpcReduction="10000"/>
          </a:bodyPr>
          <a:lstStyle/>
          <a:p>
            <a:pPr fontAlgn="ctr">
              <a:buFont typeface="Arial" panose="020B0604020202020204" pitchFamily="34" charset="0"/>
              <a:buChar char="•"/>
            </a:pPr>
            <a:r>
              <a:rPr lang="en-US" dirty="0"/>
              <a:t>Classification and class probability estimation</a:t>
            </a:r>
          </a:p>
          <a:p>
            <a:pPr lvl="1" fontAlgn="ctr"/>
            <a:r>
              <a:rPr lang="en-US" dirty="0"/>
              <a:t>How likely is this consumer to respond to our campaign?</a:t>
            </a:r>
          </a:p>
          <a:p>
            <a:pPr fontAlgn="ctr">
              <a:buFont typeface="Arial" panose="020B0604020202020204" pitchFamily="34" charset="0"/>
              <a:buChar char="•"/>
            </a:pPr>
            <a:r>
              <a:rPr lang="en-US" dirty="0"/>
              <a:t>Regression</a:t>
            </a:r>
          </a:p>
          <a:p>
            <a:pPr lvl="1" fontAlgn="ctr"/>
            <a:r>
              <a:rPr lang="en-US" u="sng" dirty="0"/>
              <a:t>How much</a:t>
            </a:r>
            <a:r>
              <a:rPr lang="en-US" dirty="0"/>
              <a:t> will she use the service?</a:t>
            </a:r>
          </a:p>
          <a:p>
            <a:pPr fontAlgn="ctr">
              <a:buFont typeface="Arial" panose="020B0604020202020204" pitchFamily="34" charset="0"/>
              <a:buChar char="•"/>
            </a:pPr>
            <a:r>
              <a:rPr lang="en-US" dirty="0"/>
              <a:t>Similarity Matching</a:t>
            </a:r>
          </a:p>
          <a:p>
            <a:pPr lvl="1" fontAlgn="ctr"/>
            <a:r>
              <a:rPr lang="en-US" dirty="0"/>
              <a:t>Can we find consumers similar to my best customers?</a:t>
            </a:r>
          </a:p>
          <a:p>
            <a:pPr lvl="1" fontAlgn="ctr"/>
            <a:r>
              <a:rPr lang="en-US" dirty="0"/>
              <a:t>Serves as the base for many other data mining tasks.</a:t>
            </a:r>
          </a:p>
          <a:p>
            <a:pPr fontAlgn="ctr">
              <a:buFont typeface="Arial" panose="020B0604020202020204" pitchFamily="34" charset="0"/>
              <a:buChar char="•"/>
            </a:pPr>
            <a:r>
              <a:rPr lang="en-US" dirty="0"/>
              <a:t>Clustering</a:t>
            </a:r>
          </a:p>
          <a:p>
            <a:pPr lvl="1" fontAlgn="ctr"/>
            <a:r>
              <a:rPr lang="en-US" dirty="0"/>
              <a:t>Do my customers form natural groups?</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497637F-3260-FB66-326B-2F3CEB49E433}"/>
                  </a:ext>
                </a:extLst>
              </p14:cNvPr>
              <p14:cNvContentPartPr/>
              <p14:nvPr/>
            </p14:nvContentPartPr>
            <p14:xfrm>
              <a:off x="600973" y="2501867"/>
              <a:ext cx="5245560" cy="131760"/>
            </p14:xfrm>
          </p:contentPart>
        </mc:Choice>
        <mc:Fallback>
          <p:pic>
            <p:nvPicPr>
              <p:cNvPr id="4" name="Ink 3">
                <a:extLst>
                  <a:ext uri="{FF2B5EF4-FFF2-40B4-BE49-F238E27FC236}">
                    <a16:creationId xmlns:a16="http://schemas.microsoft.com/office/drawing/2014/main" id="{5497637F-3260-FB66-326B-2F3CEB49E433}"/>
                  </a:ext>
                </a:extLst>
              </p:cNvPr>
              <p:cNvPicPr/>
              <p:nvPr/>
            </p:nvPicPr>
            <p:blipFill>
              <a:blip r:embed="rId4"/>
              <a:stretch>
                <a:fillRect/>
              </a:stretch>
            </p:blipFill>
            <p:spPr>
              <a:xfrm>
                <a:off x="590173" y="2491067"/>
                <a:ext cx="526680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60DE2DD9-7D48-D829-DBF1-2436DC396768}"/>
                  </a:ext>
                </a:extLst>
              </p14:cNvPr>
              <p14:cNvContentPartPr/>
              <p14:nvPr/>
            </p14:nvContentPartPr>
            <p14:xfrm>
              <a:off x="2154733" y="1540667"/>
              <a:ext cx="626760" cy="550800"/>
            </p14:xfrm>
          </p:contentPart>
        </mc:Choice>
        <mc:Fallback>
          <p:pic>
            <p:nvPicPr>
              <p:cNvPr id="8" name="Ink 7">
                <a:extLst>
                  <a:ext uri="{FF2B5EF4-FFF2-40B4-BE49-F238E27FC236}">
                    <a16:creationId xmlns:a16="http://schemas.microsoft.com/office/drawing/2014/main" id="{60DE2DD9-7D48-D829-DBF1-2436DC396768}"/>
                  </a:ext>
                </a:extLst>
              </p:cNvPr>
              <p:cNvPicPr/>
              <p:nvPr/>
            </p:nvPicPr>
            <p:blipFill>
              <a:blip r:embed="rId6"/>
              <a:stretch>
                <a:fillRect/>
              </a:stretch>
            </p:blipFill>
            <p:spPr>
              <a:xfrm>
                <a:off x="2143933" y="1530227"/>
                <a:ext cx="648000" cy="572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756769F5-0E7F-8CBA-1BCD-8A3D9823DA02}"/>
                  </a:ext>
                </a:extLst>
              </p14:cNvPr>
              <p14:cNvContentPartPr/>
              <p14:nvPr/>
            </p14:nvContentPartPr>
            <p14:xfrm>
              <a:off x="490813" y="2828027"/>
              <a:ext cx="868320" cy="558720"/>
            </p14:xfrm>
          </p:contentPart>
        </mc:Choice>
        <mc:Fallback>
          <p:pic>
            <p:nvPicPr>
              <p:cNvPr id="9" name="Ink 8">
                <a:extLst>
                  <a:ext uri="{FF2B5EF4-FFF2-40B4-BE49-F238E27FC236}">
                    <a16:creationId xmlns:a16="http://schemas.microsoft.com/office/drawing/2014/main" id="{756769F5-0E7F-8CBA-1BCD-8A3D9823DA02}"/>
                  </a:ext>
                </a:extLst>
              </p:cNvPr>
              <p:cNvPicPr/>
              <p:nvPr/>
            </p:nvPicPr>
            <p:blipFill>
              <a:blip r:embed="rId8"/>
              <a:stretch>
                <a:fillRect/>
              </a:stretch>
            </p:blipFill>
            <p:spPr>
              <a:xfrm>
                <a:off x="480373" y="2817587"/>
                <a:ext cx="889560" cy="5799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1" name="Ink 20">
                <a:extLst>
                  <a:ext uri="{FF2B5EF4-FFF2-40B4-BE49-F238E27FC236}">
                    <a16:creationId xmlns:a16="http://schemas.microsoft.com/office/drawing/2014/main" id="{55318CC1-DA14-BDF7-C4B5-3B97AA88531C}"/>
                  </a:ext>
                </a:extLst>
              </p14:cNvPr>
              <p14:cNvContentPartPr/>
              <p14:nvPr/>
            </p14:nvContentPartPr>
            <p14:xfrm>
              <a:off x="266533" y="1642187"/>
              <a:ext cx="1350000" cy="1871640"/>
            </p14:xfrm>
          </p:contentPart>
        </mc:Choice>
        <mc:Fallback>
          <p:pic>
            <p:nvPicPr>
              <p:cNvPr id="21" name="Ink 20">
                <a:extLst>
                  <a:ext uri="{FF2B5EF4-FFF2-40B4-BE49-F238E27FC236}">
                    <a16:creationId xmlns:a16="http://schemas.microsoft.com/office/drawing/2014/main" id="{55318CC1-DA14-BDF7-C4B5-3B97AA88531C}"/>
                  </a:ext>
                </a:extLst>
              </p:cNvPr>
              <p:cNvPicPr/>
              <p:nvPr/>
            </p:nvPicPr>
            <p:blipFill>
              <a:blip r:embed="rId10"/>
              <a:stretch>
                <a:fillRect/>
              </a:stretch>
            </p:blipFill>
            <p:spPr>
              <a:xfrm>
                <a:off x="255736" y="1631747"/>
                <a:ext cx="1371234" cy="18928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5" name="Ink 24">
                <a:extLst>
                  <a:ext uri="{FF2B5EF4-FFF2-40B4-BE49-F238E27FC236}">
                    <a16:creationId xmlns:a16="http://schemas.microsoft.com/office/drawing/2014/main" id="{830C0D3B-AC94-8842-FDF9-7B1C4DC8214A}"/>
                  </a:ext>
                </a:extLst>
              </p14:cNvPr>
              <p14:cNvContentPartPr/>
              <p14:nvPr/>
            </p14:nvContentPartPr>
            <p14:xfrm>
              <a:off x="1334293" y="1653347"/>
              <a:ext cx="1032120" cy="386640"/>
            </p14:xfrm>
          </p:contentPart>
        </mc:Choice>
        <mc:Fallback>
          <p:pic>
            <p:nvPicPr>
              <p:cNvPr id="25" name="Ink 24">
                <a:extLst>
                  <a:ext uri="{FF2B5EF4-FFF2-40B4-BE49-F238E27FC236}">
                    <a16:creationId xmlns:a16="http://schemas.microsoft.com/office/drawing/2014/main" id="{830C0D3B-AC94-8842-FDF9-7B1C4DC8214A}"/>
                  </a:ext>
                </a:extLst>
              </p:cNvPr>
              <p:cNvPicPr/>
              <p:nvPr/>
            </p:nvPicPr>
            <p:blipFill>
              <a:blip r:embed="rId12"/>
              <a:stretch>
                <a:fillRect/>
              </a:stretch>
            </p:blipFill>
            <p:spPr>
              <a:xfrm>
                <a:off x="1323497" y="1642557"/>
                <a:ext cx="1053353" cy="4078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8" name="Ink 27">
                <a:extLst>
                  <a:ext uri="{FF2B5EF4-FFF2-40B4-BE49-F238E27FC236}">
                    <a16:creationId xmlns:a16="http://schemas.microsoft.com/office/drawing/2014/main" id="{C89D299C-E3E3-AF0A-CB40-C4C35A8E57DB}"/>
                  </a:ext>
                </a:extLst>
              </p14:cNvPr>
              <p14:cNvContentPartPr/>
              <p14:nvPr/>
            </p14:nvContentPartPr>
            <p14:xfrm>
              <a:off x="7310653" y="2285867"/>
              <a:ext cx="524880" cy="114840"/>
            </p14:xfrm>
          </p:contentPart>
        </mc:Choice>
        <mc:Fallback>
          <p:pic>
            <p:nvPicPr>
              <p:cNvPr id="28" name="Ink 27">
                <a:extLst>
                  <a:ext uri="{FF2B5EF4-FFF2-40B4-BE49-F238E27FC236}">
                    <a16:creationId xmlns:a16="http://schemas.microsoft.com/office/drawing/2014/main" id="{C89D299C-E3E3-AF0A-CB40-C4C35A8E57DB}"/>
                  </a:ext>
                </a:extLst>
              </p:cNvPr>
              <p:cNvPicPr/>
              <p:nvPr/>
            </p:nvPicPr>
            <p:blipFill>
              <a:blip r:embed="rId14"/>
              <a:stretch>
                <a:fillRect/>
              </a:stretch>
            </p:blipFill>
            <p:spPr>
              <a:xfrm>
                <a:off x="7300213" y="2275067"/>
                <a:ext cx="54612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40" name="Ink 39">
                <a:extLst>
                  <a:ext uri="{FF2B5EF4-FFF2-40B4-BE49-F238E27FC236}">
                    <a16:creationId xmlns:a16="http://schemas.microsoft.com/office/drawing/2014/main" id="{C195F4B8-C425-36F3-0339-626A8CBE7097}"/>
                  </a:ext>
                </a:extLst>
              </p14:cNvPr>
              <p14:cNvContentPartPr/>
              <p14:nvPr/>
            </p14:nvContentPartPr>
            <p14:xfrm>
              <a:off x="7853173" y="2895347"/>
              <a:ext cx="481680" cy="236160"/>
            </p14:xfrm>
          </p:contentPart>
        </mc:Choice>
        <mc:Fallback>
          <p:pic>
            <p:nvPicPr>
              <p:cNvPr id="40" name="Ink 39">
                <a:extLst>
                  <a:ext uri="{FF2B5EF4-FFF2-40B4-BE49-F238E27FC236}">
                    <a16:creationId xmlns:a16="http://schemas.microsoft.com/office/drawing/2014/main" id="{C195F4B8-C425-36F3-0339-626A8CBE7097}"/>
                  </a:ext>
                </a:extLst>
              </p:cNvPr>
              <p:cNvPicPr/>
              <p:nvPr/>
            </p:nvPicPr>
            <p:blipFill>
              <a:blip r:embed="rId16"/>
              <a:stretch>
                <a:fillRect/>
              </a:stretch>
            </p:blipFill>
            <p:spPr>
              <a:xfrm>
                <a:off x="7842373" y="2884907"/>
                <a:ext cx="50292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41" name="Ink 40">
                <a:extLst>
                  <a:ext uri="{FF2B5EF4-FFF2-40B4-BE49-F238E27FC236}">
                    <a16:creationId xmlns:a16="http://schemas.microsoft.com/office/drawing/2014/main" id="{916DD1F4-74AD-C3B9-1827-387F0CA8C2D2}"/>
                  </a:ext>
                </a:extLst>
              </p14:cNvPr>
              <p14:cNvContentPartPr/>
              <p14:nvPr/>
            </p14:nvContentPartPr>
            <p14:xfrm>
              <a:off x="8089693" y="2048627"/>
              <a:ext cx="542160" cy="660960"/>
            </p14:xfrm>
          </p:contentPart>
        </mc:Choice>
        <mc:Fallback>
          <p:pic>
            <p:nvPicPr>
              <p:cNvPr id="41" name="Ink 40">
                <a:extLst>
                  <a:ext uri="{FF2B5EF4-FFF2-40B4-BE49-F238E27FC236}">
                    <a16:creationId xmlns:a16="http://schemas.microsoft.com/office/drawing/2014/main" id="{916DD1F4-74AD-C3B9-1827-387F0CA8C2D2}"/>
                  </a:ext>
                </a:extLst>
              </p:cNvPr>
              <p:cNvPicPr/>
              <p:nvPr/>
            </p:nvPicPr>
            <p:blipFill>
              <a:blip r:embed="rId18"/>
              <a:stretch>
                <a:fillRect/>
              </a:stretch>
            </p:blipFill>
            <p:spPr>
              <a:xfrm>
                <a:off x="8079253" y="2038181"/>
                <a:ext cx="563400" cy="682212"/>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44" name="Ink 43">
                <a:extLst>
                  <a:ext uri="{FF2B5EF4-FFF2-40B4-BE49-F238E27FC236}">
                    <a16:creationId xmlns:a16="http://schemas.microsoft.com/office/drawing/2014/main" id="{62AF82D8-585A-E5B7-A39A-1B35573C50B2}"/>
                  </a:ext>
                </a:extLst>
              </p14:cNvPr>
              <p14:cNvContentPartPr/>
              <p14:nvPr/>
            </p14:nvContentPartPr>
            <p14:xfrm>
              <a:off x="3479533" y="3166427"/>
              <a:ext cx="533160" cy="203400"/>
            </p14:xfrm>
          </p:contentPart>
        </mc:Choice>
        <mc:Fallback>
          <p:pic>
            <p:nvPicPr>
              <p:cNvPr id="44" name="Ink 43">
                <a:extLst>
                  <a:ext uri="{FF2B5EF4-FFF2-40B4-BE49-F238E27FC236}">
                    <a16:creationId xmlns:a16="http://schemas.microsoft.com/office/drawing/2014/main" id="{62AF82D8-585A-E5B7-A39A-1B35573C50B2}"/>
                  </a:ext>
                </a:extLst>
              </p:cNvPr>
              <p:cNvPicPr/>
              <p:nvPr/>
            </p:nvPicPr>
            <p:blipFill>
              <a:blip r:embed="rId20"/>
              <a:stretch>
                <a:fillRect/>
              </a:stretch>
            </p:blipFill>
            <p:spPr>
              <a:xfrm>
                <a:off x="3469093" y="3155627"/>
                <a:ext cx="55440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50" name="Ink 49">
                <a:extLst>
                  <a:ext uri="{FF2B5EF4-FFF2-40B4-BE49-F238E27FC236}">
                    <a16:creationId xmlns:a16="http://schemas.microsoft.com/office/drawing/2014/main" id="{8A14C2EA-C962-41E2-A0A2-C1BF1CAFE3C0}"/>
                  </a:ext>
                </a:extLst>
              </p14:cNvPr>
              <p14:cNvContentPartPr/>
              <p14:nvPr/>
            </p14:nvContentPartPr>
            <p14:xfrm>
              <a:off x="4195213" y="3051947"/>
              <a:ext cx="923040" cy="389160"/>
            </p14:xfrm>
          </p:contentPart>
        </mc:Choice>
        <mc:Fallback>
          <p:pic>
            <p:nvPicPr>
              <p:cNvPr id="50" name="Ink 49">
                <a:extLst>
                  <a:ext uri="{FF2B5EF4-FFF2-40B4-BE49-F238E27FC236}">
                    <a16:creationId xmlns:a16="http://schemas.microsoft.com/office/drawing/2014/main" id="{8A14C2EA-C962-41E2-A0A2-C1BF1CAFE3C0}"/>
                  </a:ext>
                </a:extLst>
              </p:cNvPr>
              <p:cNvPicPr/>
              <p:nvPr/>
            </p:nvPicPr>
            <p:blipFill>
              <a:blip r:embed="rId22"/>
              <a:stretch>
                <a:fillRect/>
              </a:stretch>
            </p:blipFill>
            <p:spPr>
              <a:xfrm>
                <a:off x="4184417" y="3041517"/>
                <a:ext cx="944272" cy="4103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60" name="Ink 59">
                <a:extLst>
                  <a:ext uri="{FF2B5EF4-FFF2-40B4-BE49-F238E27FC236}">
                    <a16:creationId xmlns:a16="http://schemas.microsoft.com/office/drawing/2014/main" id="{B65C68B9-B4C6-784C-10BF-78870371B250}"/>
                  </a:ext>
                </a:extLst>
              </p14:cNvPr>
              <p14:cNvContentPartPr/>
              <p14:nvPr/>
            </p14:nvContentPartPr>
            <p14:xfrm>
              <a:off x="7385173" y="3091907"/>
              <a:ext cx="164880" cy="264600"/>
            </p14:xfrm>
          </p:contentPart>
        </mc:Choice>
        <mc:Fallback>
          <p:pic>
            <p:nvPicPr>
              <p:cNvPr id="60" name="Ink 59">
                <a:extLst>
                  <a:ext uri="{FF2B5EF4-FFF2-40B4-BE49-F238E27FC236}">
                    <a16:creationId xmlns:a16="http://schemas.microsoft.com/office/drawing/2014/main" id="{B65C68B9-B4C6-784C-10BF-78870371B250}"/>
                  </a:ext>
                </a:extLst>
              </p:cNvPr>
              <p:cNvPicPr/>
              <p:nvPr/>
            </p:nvPicPr>
            <p:blipFill>
              <a:blip r:embed="rId24"/>
              <a:stretch>
                <a:fillRect/>
              </a:stretch>
            </p:blipFill>
            <p:spPr>
              <a:xfrm>
                <a:off x="7374373" y="3081467"/>
                <a:ext cx="18612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61" name="Ink 60">
                <a:extLst>
                  <a:ext uri="{FF2B5EF4-FFF2-40B4-BE49-F238E27FC236}">
                    <a16:creationId xmlns:a16="http://schemas.microsoft.com/office/drawing/2014/main" id="{F797A125-18D5-B37F-7CDE-19ED65C557AB}"/>
                  </a:ext>
                </a:extLst>
              </p14:cNvPr>
              <p14:cNvContentPartPr/>
              <p14:nvPr/>
            </p14:nvContentPartPr>
            <p14:xfrm>
              <a:off x="5850853" y="3009827"/>
              <a:ext cx="1274040" cy="753840"/>
            </p14:xfrm>
          </p:contentPart>
        </mc:Choice>
        <mc:Fallback>
          <p:pic>
            <p:nvPicPr>
              <p:cNvPr id="61" name="Ink 60">
                <a:extLst>
                  <a:ext uri="{FF2B5EF4-FFF2-40B4-BE49-F238E27FC236}">
                    <a16:creationId xmlns:a16="http://schemas.microsoft.com/office/drawing/2014/main" id="{F797A125-18D5-B37F-7CDE-19ED65C557AB}"/>
                  </a:ext>
                </a:extLst>
              </p:cNvPr>
              <p:cNvPicPr/>
              <p:nvPr/>
            </p:nvPicPr>
            <p:blipFill>
              <a:blip r:embed="rId26"/>
              <a:stretch>
                <a:fillRect/>
              </a:stretch>
            </p:blipFill>
            <p:spPr>
              <a:xfrm>
                <a:off x="5840053" y="2999027"/>
                <a:ext cx="1295280" cy="7750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62" name="Ink 61">
                <a:extLst>
                  <a:ext uri="{FF2B5EF4-FFF2-40B4-BE49-F238E27FC236}">
                    <a16:creationId xmlns:a16="http://schemas.microsoft.com/office/drawing/2014/main" id="{7816CC93-D9C3-A8AE-6A8F-00ECCF5063CF}"/>
                  </a:ext>
                </a:extLst>
              </p14:cNvPr>
              <p14:cNvContentPartPr/>
              <p14:nvPr/>
            </p14:nvContentPartPr>
            <p14:xfrm>
              <a:off x="7505413" y="3526067"/>
              <a:ext cx="55440" cy="52560"/>
            </p14:xfrm>
          </p:contentPart>
        </mc:Choice>
        <mc:Fallback>
          <p:pic>
            <p:nvPicPr>
              <p:cNvPr id="62" name="Ink 61">
                <a:extLst>
                  <a:ext uri="{FF2B5EF4-FFF2-40B4-BE49-F238E27FC236}">
                    <a16:creationId xmlns:a16="http://schemas.microsoft.com/office/drawing/2014/main" id="{7816CC93-D9C3-A8AE-6A8F-00ECCF5063CF}"/>
                  </a:ext>
                </a:extLst>
              </p:cNvPr>
              <p:cNvPicPr/>
              <p:nvPr/>
            </p:nvPicPr>
            <p:blipFill>
              <a:blip r:embed="rId28"/>
              <a:stretch>
                <a:fillRect/>
              </a:stretch>
            </p:blipFill>
            <p:spPr>
              <a:xfrm>
                <a:off x="7494973" y="3515627"/>
                <a:ext cx="7668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65" name="Ink 64">
                <a:extLst>
                  <a:ext uri="{FF2B5EF4-FFF2-40B4-BE49-F238E27FC236}">
                    <a16:creationId xmlns:a16="http://schemas.microsoft.com/office/drawing/2014/main" id="{8AD09C33-7A0A-AF94-6304-AE8AC4EF82E3}"/>
                  </a:ext>
                </a:extLst>
              </p14:cNvPr>
              <p14:cNvContentPartPr/>
              <p14:nvPr/>
            </p14:nvContentPartPr>
            <p14:xfrm>
              <a:off x="6972253" y="3936827"/>
              <a:ext cx="95760" cy="140040"/>
            </p14:xfrm>
          </p:contentPart>
        </mc:Choice>
        <mc:Fallback>
          <p:pic>
            <p:nvPicPr>
              <p:cNvPr id="65" name="Ink 64">
                <a:extLst>
                  <a:ext uri="{FF2B5EF4-FFF2-40B4-BE49-F238E27FC236}">
                    <a16:creationId xmlns:a16="http://schemas.microsoft.com/office/drawing/2014/main" id="{8AD09C33-7A0A-AF94-6304-AE8AC4EF82E3}"/>
                  </a:ext>
                </a:extLst>
              </p:cNvPr>
              <p:cNvPicPr/>
              <p:nvPr/>
            </p:nvPicPr>
            <p:blipFill>
              <a:blip r:embed="rId30"/>
              <a:stretch>
                <a:fillRect/>
              </a:stretch>
            </p:blipFill>
            <p:spPr>
              <a:xfrm>
                <a:off x="6961453" y="3926027"/>
                <a:ext cx="11700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66" name="Ink 65">
                <a:extLst>
                  <a:ext uri="{FF2B5EF4-FFF2-40B4-BE49-F238E27FC236}">
                    <a16:creationId xmlns:a16="http://schemas.microsoft.com/office/drawing/2014/main" id="{C62DA7AB-83DC-C796-17D0-C55DD745352F}"/>
                  </a:ext>
                </a:extLst>
              </p14:cNvPr>
              <p14:cNvContentPartPr/>
              <p14:nvPr/>
            </p14:nvContentPartPr>
            <p14:xfrm>
              <a:off x="7522333" y="3797147"/>
              <a:ext cx="152640" cy="364320"/>
            </p14:xfrm>
          </p:contentPart>
        </mc:Choice>
        <mc:Fallback>
          <p:pic>
            <p:nvPicPr>
              <p:cNvPr id="66" name="Ink 65">
                <a:extLst>
                  <a:ext uri="{FF2B5EF4-FFF2-40B4-BE49-F238E27FC236}">
                    <a16:creationId xmlns:a16="http://schemas.microsoft.com/office/drawing/2014/main" id="{C62DA7AB-83DC-C796-17D0-C55DD745352F}"/>
                  </a:ext>
                </a:extLst>
              </p:cNvPr>
              <p:cNvPicPr/>
              <p:nvPr/>
            </p:nvPicPr>
            <p:blipFill>
              <a:blip r:embed="rId32"/>
              <a:stretch>
                <a:fillRect/>
              </a:stretch>
            </p:blipFill>
            <p:spPr>
              <a:xfrm>
                <a:off x="7511893" y="3786347"/>
                <a:ext cx="173880" cy="3855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67" name="Ink 66">
                <a:extLst>
                  <a:ext uri="{FF2B5EF4-FFF2-40B4-BE49-F238E27FC236}">
                    <a16:creationId xmlns:a16="http://schemas.microsoft.com/office/drawing/2014/main" id="{86B2B22F-CED2-9C20-5FF3-5DD7C0302BA7}"/>
                  </a:ext>
                </a:extLst>
              </p14:cNvPr>
              <p14:cNvContentPartPr/>
              <p14:nvPr/>
            </p14:nvContentPartPr>
            <p14:xfrm>
              <a:off x="6032293" y="3695627"/>
              <a:ext cx="559440" cy="237600"/>
            </p14:xfrm>
          </p:contentPart>
        </mc:Choice>
        <mc:Fallback>
          <p:pic>
            <p:nvPicPr>
              <p:cNvPr id="67" name="Ink 66">
                <a:extLst>
                  <a:ext uri="{FF2B5EF4-FFF2-40B4-BE49-F238E27FC236}">
                    <a16:creationId xmlns:a16="http://schemas.microsoft.com/office/drawing/2014/main" id="{86B2B22F-CED2-9C20-5FF3-5DD7C0302BA7}"/>
                  </a:ext>
                </a:extLst>
              </p:cNvPr>
              <p:cNvPicPr/>
              <p:nvPr/>
            </p:nvPicPr>
            <p:blipFill>
              <a:blip r:embed="rId34"/>
              <a:stretch>
                <a:fillRect/>
              </a:stretch>
            </p:blipFill>
            <p:spPr>
              <a:xfrm>
                <a:off x="6021846" y="3684827"/>
                <a:ext cx="580694"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70" name="Ink 69">
                <a:extLst>
                  <a:ext uri="{FF2B5EF4-FFF2-40B4-BE49-F238E27FC236}">
                    <a16:creationId xmlns:a16="http://schemas.microsoft.com/office/drawing/2014/main" id="{DCCABFB3-2D55-7EEC-C6BC-8B400FD04737}"/>
                  </a:ext>
                </a:extLst>
              </p14:cNvPr>
              <p14:cNvContentPartPr/>
              <p14:nvPr/>
            </p14:nvContentPartPr>
            <p14:xfrm>
              <a:off x="537613" y="4178027"/>
              <a:ext cx="2600280" cy="258480"/>
            </p14:xfrm>
          </p:contentPart>
        </mc:Choice>
        <mc:Fallback>
          <p:pic>
            <p:nvPicPr>
              <p:cNvPr id="70" name="Ink 69">
                <a:extLst>
                  <a:ext uri="{FF2B5EF4-FFF2-40B4-BE49-F238E27FC236}">
                    <a16:creationId xmlns:a16="http://schemas.microsoft.com/office/drawing/2014/main" id="{DCCABFB3-2D55-7EEC-C6BC-8B400FD04737}"/>
                  </a:ext>
                </a:extLst>
              </p:cNvPr>
              <p:cNvPicPr/>
              <p:nvPr/>
            </p:nvPicPr>
            <p:blipFill>
              <a:blip r:embed="rId36"/>
              <a:stretch>
                <a:fillRect/>
              </a:stretch>
            </p:blipFill>
            <p:spPr>
              <a:xfrm>
                <a:off x="526813" y="4167587"/>
                <a:ext cx="262152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71" name="Ink 70">
                <a:extLst>
                  <a:ext uri="{FF2B5EF4-FFF2-40B4-BE49-F238E27FC236}">
                    <a16:creationId xmlns:a16="http://schemas.microsoft.com/office/drawing/2014/main" id="{6211F759-DE63-4380-D128-70C8C54A7F81}"/>
                  </a:ext>
                </a:extLst>
              </p14:cNvPr>
              <p14:cNvContentPartPr/>
              <p14:nvPr/>
            </p14:nvContentPartPr>
            <p14:xfrm>
              <a:off x="419533" y="5288627"/>
              <a:ext cx="1879920" cy="92160"/>
            </p14:xfrm>
          </p:contentPart>
        </mc:Choice>
        <mc:Fallback>
          <p:pic>
            <p:nvPicPr>
              <p:cNvPr id="71" name="Ink 70">
                <a:extLst>
                  <a:ext uri="{FF2B5EF4-FFF2-40B4-BE49-F238E27FC236}">
                    <a16:creationId xmlns:a16="http://schemas.microsoft.com/office/drawing/2014/main" id="{6211F759-DE63-4380-D128-70C8C54A7F81}"/>
                  </a:ext>
                </a:extLst>
              </p:cNvPr>
              <p:cNvPicPr/>
              <p:nvPr/>
            </p:nvPicPr>
            <p:blipFill>
              <a:blip r:embed="rId38"/>
              <a:stretch>
                <a:fillRect/>
              </a:stretch>
            </p:blipFill>
            <p:spPr>
              <a:xfrm>
                <a:off x="408733" y="5277827"/>
                <a:ext cx="1901160" cy="113400"/>
              </a:xfrm>
              <a:prstGeom prst="rect">
                <a:avLst/>
              </a:prstGeom>
            </p:spPr>
          </p:pic>
        </mc:Fallback>
      </mc:AlternateContent>
    </p:spTree>
    <p:extLst>
      <p:ext uri="{BB962C8B-B14F-4D97-AF65-F5344CB8AC3E}">
        <p14:creationId xmlns:p14="http://schemas.microsoft.com/office/powerpoint/2010/main" val="270542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Data Mining Tasks</a:t>
            </a:r>
          </a:p>
        </p:txBody>
      </p:sp>
      <p:sp>
        <p:nvSpPr>
          <p:cNvPr id="3" name="Content Placeholder 2"/>
          <p:cNvSpPr>
            <a:spLocks noGrp="1"/>
          </p:cNvSpPr>
          <p:nvPr>
            <p:ph idx="1"/>
          </p:nvPr>
        </p:nvSpPr>
        <p:spPr>
          <a:xfrm>
            <a:off x="538976" y="1802202"/>
            <a:ext cx="8229600" cy="4479652"/>
          </a:xfrm>
        </p:spPr>
        <p:txBody>
          <a:bodyPr>
            <a:normAutofit fontScale="92500"/>
          </a:bodyPr>
          <a:lstStyle/>
          <a:p>
            <a:pPr fontAlgn="ctr">
              <a:buFont typeface="Arial" panose="020B0604020202020204" pitchFamily="34" charset="0"/>
              <a:buChar char="•"/>
            </a:pPr>
            <a:r>
              <a:rPr lang="en-US" dirty="0"/>
              <a:t>Co-occurrence Grouping </a:t>
            </a:r>
          </a:p>
          <a:p>
            <a:pPr lvl="2" fontAlgn="ctr">
              <a:buFont typeface="Arial" panose="020B0604020202020204" pitchFamily="34" charset="0"/>
              <a:buChar char="•"/>
            </a:pPr>
            <a:r>
              <a:rPr lang="en-US" dirty="0"/>
              <a:t>Also known as frequent item set mining, association rule discovery, and market-basket analysis</a:t>
            </a:r>
          </a:p>
          <a:p>
            <a:pPr lvl="2" fontAlgn="ctr">
              <a:buFont typeface="Arial" panose="020B0604020202020204" pitchFamily="34" charset="0"/>
              <a:buChar char="•"/>
            </a:pPr>
            <a:r>
              <a:rPr lang="en-US" dirty="0"/>
              <a:t>What items are commonly purchased together?</a:t>
            </a:r>
          </a:p>
          <a:p>
            <a:pPr fontAlgn="ctr">
              <a:buFont typeface="Arial" panose="020B0604020202020204" pitchFamily="34" charset="0"/>
              <a:buChar char="•"/>
            </a:pPr>
            <a:r>
              <a:rPr lang="en-US" dirty="0"/>
              <a:t>Profiling (behavior description)</a:t>
            </a:r>
          </a:p>
          <a:p>
            <a:pPr lvl="2" fontAlgn="ctr">
              <a:buFont typeface="Arial" panose="020B0604020202020204" pitchFamily="34" charset="0"/>
              <a:buChar char="•"/>
            </a:pPr>
            <a:r>
              <a:rPr lang="en-US" dirty="0"/>
              <a:t>What does “normal behavior” look like? (for example, as baseline to detect fraud)</a:t>
            </a:r>
          </a:p>
          <a:p>
            <a:pPr lvl="2" fontAlgn="ctr">
              <a:buFont typeface="Arial" panose="020B0604020202020204" pitchFamily="34" charset="0"/>
              <a:buChar char="•"/>
            </a:pPr>
            <a:r>
              <a:rPr lang="en-US" dirty="0"/>
              <a:t>What is characteristic of a population, subgroup, and even individual</a:t>
            </a:r>
          </a:p>
          <a:p>
            <a:pPr lvl="2" fontAlgn="ctr">
              <a:buFont typeface="Arial" panose="020B0604020202020204" pitchFamily="34" charset="0"/>
              <a:buChar char="•"/>
            </a:pPr>
            <a:r>
              <a:rPr lang="en-US" dirty="0"/>
              <a:t>How do you describe a credit card fraud? </a:t>
            </a:r>
          </a:p>
          <a:p>
            <a:pPr fontAlgn="ctr">
              <a:buFont typeface="Arial" panose="020B0604020202020204" pitchFamily="34" charset="0"/>
              <a:buChar char="•"/>
            </a:pPr>
            <a:r>
              <a:rPr lang="en-US" dirty="0"/>
              <a:t>Data Reduction</a:t>
            </a:r>
          </a:p>
          <a:p>
            <a:pPr lvl="2" fontAlgn="ctr">
              <a:buFont typeface="Arial" panose="020B0604020202020204" pitchFamily="34" charset="0"/>
              <a:buChar char="•"/>
            </a:pPr>
            <a:r>
              <a:rPr lang="en-US" dirty="0"/>
              <a:t>Explicit Feature Selections</a:t>
            </a:r>
          </a:p>
          <a:p>
            <a:pPr lvl="2" fontAlgn="ctr">
              <a:buFont typeface="Arial" panose="020B0604020202020204" pitchFamily="34" charset="0"/>
              <a:buChar char="•"/>
            </a:pPr>
            <a:r>
              <a:rPr lang="en-US" dirty="0"/>
              <a:t>Which latent dimensions describe the consumer taste preferences?</a:t>
            </a:r>
          </a:p>
        </p:txBody>
      </p:sp>
      <mc:AlternateContent xmlns:mc="http://schemas.openxmlformats.org/markup-compatibility/2006">
        <mc:Choice xmlns:p14="http://schemas.microsoft.com/office/powerpoint/2010/main" Requires="p14">
          <p:contentPart p14:bwMode="auto" r:id="rId3">
            <p14:nvContentPartPr>
              <p14:cNvPr id="14" name="Ink 13">
                <a:extLst>
                  <a:ext uri="{FF2B5EF4-FFF2-40B4-BE49-F238E27FC236}">
                    <a16:creationId xmlns:a16="http://schemas.microsoft.com/office/drawing/2014/main" id="{2CD5F918-85B7-FB18-BD41-851C39C0892D}"/>
                  </a:ext>
                </a:extLst>
              </p14:cNvPr>
              <p14:cNvContentPartPr/>
              <p14:nvPr/>
            </p14:nvContentPartPr>
            <p14:xfrm>
              <a:off x="4360093" y="1853867"/>
              <a:ext cx="2497680" cy="381240"/>
            </p14:xfrm>
          </p:contentPart>
        </mc:Choice>
        <mc:Fallback>
          <p:pic>
            <p:nvPicPr>
              <p:cNvPr id="14" name="Ink 13">
                <a:extLst>
                  <a:ext uri="{FF2B5EF4-FFF2-40B4-BE49-F238E27FC236}">
                    <a16:creationId xmlns:a16="http://schemas.microsoft.com/office/drawing/2014/main" id="{2CD5F918-85B7-FB18-BD41-851C39C0892D}"/>
                  </a:ext>
                </a:extLst>
              </p:cNvPr>
              <p:cNvPicPr/>
              <p:nvPr/>
            </p:nvPicPr>
            <p:blipFill>
              <a:blip r:embed="rId4"/>
              <a:stretch>
                <a:fillRect/>
              </a:stretch>
            </p:blipFill>
            <p:spPr>
              <a:xfrm>
                <a:off x="4349653" y="1843427"/>
                <a:ext cx="2518920" cy="4024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7" name="Ink 16">
                <a:extLst>
                  <a:ext uri="{FF2B5EF4-FFF2-40B4-BE49-F238E27FC236}">
                    <a16:creationId xmlns:a16="http://schemas.microsoft.com/office/drawing/2014/main" id="{359737AF-0ECD-B645-36AA-EE279BBDBB80}"/>
                  </a:ext>
                </a:extLst>
              </p14:cNvPr>
              <p14:cNvContentPartPr/>
              <p14:nvPr/>
            </p14:nvContentPartPr>
            <p14:xfrm>
              <a:off x="7170973" y="2249867"/>
              <a:ext cx="1139040" cy="53280"/>
            </p14:xfrm>
          </p:contentPart>
        </mc:Choice>
        <mc:Fallback>
          <p:pic>
            <p:nvPicPr>
              <p:cNvPr id="17" name="Ink 16">
                <a:extLst>
                  <a:ext uri="{FF2B5EF4-FFF2-40B4-BE49-F238E27FC236}">
                    <a16:creationId xmlns:a16="http://schemas.microsoft.com/office/drawing/2014/main" id="{359737AF-0ECD-B645-36AA-EE279BBDBB80}"/>
                  </a:ext>
                </a:extLst>
              </p:cNvPr>
              <p:cNvPicPr/>
              <p:nvPr/>
            </p:nvPicPr>
            <p:blipFill>
              <a:blip r:embed="rId6"/>
              <a:stretch>
                <a:fillRect/>
              </a:stretch>
            </p:blipFill>
            <p:spPr>
              <a:xfrm>
                <a:off x="7160533" y="2239067"/>
                <a:ext cx="116028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8" name="Ink 17">
                <a:extLst>
                  <a:ext uri="{FF2B5EF4-FFF2-40B4-BE49-F238E27FC236}">
                    <a16:creationId xmlns:a16="http://schemas.microsoft.com/office/drawing/2014/main" id="{FC7BAA2B-D329-EFE8-30CD-0A1DECBD7ED7}"/>
                  </a:ext>
                </a:extLst>
              </p14:cNvPr>
              <p14:cNvContentPartPr/>
              <p14:nvPr/>
            </p14:nvContentPartPr>
            <p14:xfrm>
              <a:off x="7179613" y="1839467"/>
              <a:ext cx="728640" cy="302040"/>
            </p14:xfrm>
          </p:contentPart>
        </mc:Choice>
        <mc:Fallback>
          <p:pic>
            <p:nvPicPr>
              <p:cNvPr id="18" name="Ink 17">
                <a:extLst>
                  <a:ext uri="{FF2B5EF4-FFF2-40B4-BE49-F238E27FC236}">
                    <a16:creationId xmlns:a16="http://schemas.microsoft.com/office/drawing/2014/main" id="{FC7BAA2B-D329-EFE8-30CD-0A1DECBD7ED7}"/>
                  </a:ext>
                </a:extLst>
              </p:cNvPr>
              <p:cNvPicPr/>
              <p:nvPr/>
            </p:nvPicPr>
            <p:blipFill>
              <a:blip r:embed="rId8"/>
              <a:stretch>
                <a:fillRect/>
              </a:stretch>
            </p:blipFill>
            <p:spPr>
              <a:xfrm>
                <a:off x="7168813" y="1828667"/>
                <a:ext cx="74988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9" name="Ink 18">
                <a:extLst>
                  <a:ext uri="{FF2B5EF4-FFF2-40B4-BE49-F238E27FC236}">
                    <a16:creationId xmlns:a16="http://schemas.microsoft.com/office/drawing/2014/main" id="{5DB25912-2D9E-D596-F776-7241B0A46FE1}"/>
                  </a:ext>
                </a:extLst>
              </p14:cNvPr>
              <p14:cNvContentPartPr/>
              <p14:nvPr/>
            </p14:nvContentPartPr>
            <p14:xfrm>
              <a:off x="461293" y="3633347"/>
              <a:ext cx="1748880" cy="155520"/>
            </p14:xfrm>
          </p:contentPart>
        </mc:Choice>
        <mc:Fallback>
          <p:pic>
            <p:nvPicPr>
              <p:cNvPr id="19" name="Ink 18">
                <a:extLst>
                  <a:ext uri="{FF2B5EF4-FFF2-40B4-BE49-F238E27FC236}">
                    <a16:creationId xmlns:a16="http://schemas.microsoft.com/office/drawing/2014/main" id="{5DB25912-2D9E-D596-F776-7241B0A46FE1}"/>
                  </a:ext>
                </a:extLst>
              </p:cNvPr>
              <p:cNvPicPr/>
              <p:nvPr/>
            </p:nvPicPr>
            <p:blipFill>
              <a:blip r:embed="rId10"/>
              <a:stretch>
                <a:fillRect/>
              </a:stretch>
            </p:blipFill>
            <p:spPr>
              <a:xfrm>
                <a:off x="450493" y="3622907"/>
                <a:ext cx="177012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2" name="Ink 21">
                <a:extLst>
                  <a:ext uri="{FF2B5EF4-FFF2-40B4-BE49-F238E27FC236}">
                    <a16:creationId xmlns:a16="http://schemas.microsoft.com/office/drawing/2014/main" id="{19499C95-21A0-7D40-AF38-4C111E9E0340}"/>
                  </a:ext>
                </a:extLst>
              </p14:cNvPr>
              <p14:cNvContentPartPr/>
              <p14:nvPr/>
            </p14:nvContentPartPr>
            <p14:xfrm>
              <a:off x="5927533" y="4677707"/>
              <a:ext cx="308520" cy="186480"/>
            </p14:xfrm>
          </p:contentPart>
        </mc:Choice>
        <mc:Fallback>
          <p:pic>
            <p:nvPicPr>
              <p:cNvPr id="22" name="Ink 21">
                <a:extLst>
                  <a:ext uri="{FF2B5EF4-FFF2-40B4-BE49-F238E27FC236}">
                    <a16:creationId xmlns:a16="http://schemas.microsoft.com/office/drawing/2014/main" id="{19499C95-21A0-7D40-AF38-4C111E9E0340}"/>
                  </a:ext>
                </a:extLst>
              </p:cNvPr>
              <p:cNvPicPr/>
              <p:nvPr/>
            </p:nvPicPr>
            <p:blipFill>
              <a:blip r:embed="rId12"/>
              <a:stretch>
                <a:fillRect/>
              </a:stretch>
            </p:blipFill>
            <p:spPr>
              <a:xfrm>
                <a:off x="5916733" y="4666907"/>
                <a:ext cx="32976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5" name="Ink 24">
                <a:extLst>
                  <a:ext uri="{FF2B5EF4-FFF2-40B4-BE49-F238E27FC236}">
                    <a16:creationId xmlns:a16="http://schemas.microsoft.com/office/drawing/2014/main" id="{A3BBBFD0-4F42-736B-2715-0A7F0F974FB3}"/>
                  </a:ext>
                </a:extLst>
              </p14:cNvPr>
              <p14:cNvContentPartPr/>
              <p14:nvPr/>
            </p14:nvContentPartPr>
            <p14:xfrm>
              <a:off x="605293" y="5299787"/>
              <a:ext cx="2464200" cy="203760"/>
            </p14:xfrm>
          </p:contentPart>
        </mc:Choice>
        <mc:Fallback>
          <p:pic>
            <p:nvPicPr>
              <p:cNvPr id="25" name="Ink 24">
                <a:extLst>
                  <a:ext uri="{FF2B5EF4-FFF2-40B4-BE49-F238E27FC236}">
                    <a16:creationId xmlns:a16="http://schemas.microsoft.com/office/drawing/2014/main" id="{A3BBBFD0-4F42-736B-2715-0A7F0F974FB3}"/>
                  </a:ext>
                </a:extLst>
              </p:cNvPr>
              <p:cNvPicPr/>
              <p:nvPr/>
            </p:nvPicPr>
            <p:blipFill>
              <a:blip r:embed="rId14"/>
              <a:stretch>
                <a:fillRect/>
              </a:stretch>
            </p:blipFill>
            <p:spPr>
              <a:xfrm>
                <a:off x="594493" y="5289329"/>
                <a:ext cx="2485440" cy="225038"/>
              </a:xfrm>
              <a:prstGeom prst="rect">
                <a:avLst/>
              </a:prstGeom>
            </p:spPr>
          </p:pic>
        </mc:Fallback>
      </mc:AlternateContent>
    </p:spTree>
    <p:extLst>
      <p:ext uri="{BB962C8B-B14F-4D97-AF65-F5344CB8AC3E}">
        <p14:creationId xmlns:p14="http://schemas.microsoft.com/office/powerpoint/2010/main" val="291581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Data Mining Tasks</a:t>
            </a:r>
          </a:p>
        </p:txBody>
      </p:sp>
      <p:sp>
        <p:nvSpPr>
          <p:cNvPr id="3" name="Content Placeholder 2"/>
          <p:cNvSpPr>
            <a:spLocks noGrp="1"/>
          </p:cNvSpPr>
          <p:nvPr>
            <p:ph idx="1"/>
          </p:nvPr>
        </p:nvSpPr>
        <p:spPr>
          <a:xfrm>
            <a:off x="457200" y="1945142"/>
            <a:ext cx="8229600" cy="3570996"/>
          </a:xfrm>
        </p:spPr>
        <p:txBody>
          <a:bodyPr/>
          <a:lstStyle/>
          <a:p>
            <a:pPr fontAlgn="ctr">
              <a:buFont typeface="Arial" panose="020B0604020202020204" pitchFamily="34" charset="0"/>
              <a:buChar char="•"/>
            </a:pPr>
            <a:r>
              <a:rPr lang="en-US" dirty="0"/>
              <a:t>Link Prediction</a:t>
            </a:r>
          </a:p>
          <a:p>
            <a:pPr lvl="2" fontAlgn="ctr">
              <a:buFont typeface="Arial" panose="020B0604020202020204" pitchFamily="34" charset="0"/>
              <a:buChar char="•"/>
            </a:pPr>
            <a:r>
              <a:rPr lang="en-US" dirty="0"/>
              <a:t>Since John and Jane share 2 friends, should John become Jane’s friend?</a:t>
            </a:r>
          </a:p>
          <a:p>
            <a:pPr fontAlgn="ctr">
              <a:buFont typeface="Arial" panose="020B0604020202020204" pitchFamily="34" charset="0"/>
              <a:buChar char="•"/>
            </a:pPr>
            <a:r>
              <a:rPr lang="en-US" dirty="0"/>
              <a:t>Causal Modeling</a:t>
            </a:r>
          </a:p>
          <a:p>
            <a:pPr lvl="2" fontAlgn="ctr">
              <a:buFont typeface="Arial" panose="020B0604020202020204" pitchFamily="34" charset="0"/>
              <a:buChar char="•"/>
            </a:pPr>
            <a:r>
              <a:rPr lang="en-US" dirty="0"/>
              <a:t>Why are my customers leaving? </a:t>
            </a:r>
          </a:p>
          <a:p>
            <a:pPr lvl="2" fontAlgn="ctr">
              <a:buFont typeface="Arial" panose="020B0604020202020204" pitchFamily="34" charset="0"/>
              <a:buChar char="•"/>
            </a:pPr>
            <a:r>
              <a:rPr lang="en-US" dirty="0"/>
              <a:t>Target Ad:  is my treatment (targeting) effective,  or is my model that identify whom will purchase anyway (regardless targeted or not)?</a:t>
            </a:r>
          </a:p>
          <a:p>
            <a:pPr lvl="2" fontAlgn="ctr">
              <a:buFont typeface="Arial" panose="020B0604020202020204" pitchFamily="34" charset="0"/>
              <a:buChar char="•"/>
            </a:pPr>
            <a:r>
              <a:rPr lang="en-US" dirty="0"/>
              <a:t>Assumption: For example, Viral market: consumers actually influence each other. </a:t>
            </a:r>
          </a:p>
          <a:p>
            <a:pPr fontAlgn="ctr">
              <a:buFont typeface="Arial" panose="020B0604020202020204" pitchFamily="34" charset="0"/>
              <a:buChar char="•"/>
            </a:pPr>
            <a:endParaRPr lang="en-US" dirty="0"/>
          </a:p>
        </p:txBody>
      </p:sp>
      <mc:AlternateContent xmlns:mc="http://schemas.openxmlformats.org/markup-compatibility/2006">
        <mc:Choice xmlns:p14="http://schemas.microsoft.com/office/powerpoint/2010/main" Requires="p14">
          <p:contentPart p14:bwMode="auto" r:id="rId3">
            <p14:nvContentPartPr>
              <p14:cNvPr id="12" name="Ink 11">
                <a:extLst>
                  <a:ext uri="{FF2B5EF4-FFF2-40B4-BE49-F238E27FC236}">
                    <a16:creationId xmlns:a16="http://schemas.microsoft.com/office/drawing/2014/main" id="{789941DF-BC0A-AC8C-A777-5156E4E203EC}"/>
                  </a:ext>
                </a:extLst>
              </p14:cNvPr>
              <p14:cNvContentPartPr/>
              <p14:nvPr/>
            </p14:nvContentPartPr>
            <p14:xfrm>
              <a:off x="3509413" y="1875827"/>
              <a:ext cx="1556280" cy="537480"/>
            </p14:xfrm>
          </p:contentPart>
        </mc:Choice>
        <mc:Fallback>
          <p:pic>
            <p:nvPicPr>
              <p:cNvPr id="12" name="Ink 11">
                <a:extLst>
                  <a:ext uri="{FF2B5EF4-FFF2-40B4-BE49-F238E27FC236}">
                    <a16:creationId xmlns:a16="http://schemas.microsoft.com/office/drawing/2014/main" id="{789941DF-BC0A-AC8C-A777-5156E4E203EC}"/>
                  </a:ext>
                </a:extLst>
              </p:cNvPr>
              <p:cNvPicPr/>
              <p:nvPr/>
            </p:nvPicPr>
            <p:blipFill>
              <a:blip r:embed="rId4"/>
              <a:stretch>
                <a:fillRect/>
              </a:stretch>
            </p:blipFill>
            <p:spPr>
              <a:xfrm>
                <a:off x="3498613" y="1865027"/>
                <a:ext cx="1577520" cy="5587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3" name="Ink 12">
                <a:extLst>
                  <a:ext uri="{FF2B5EF4-FFF2-40B4-BE49-F238E27FC236}">
                    <a16:creationId xmlns:a16="http://schemas.microsoft.com/office/drawing/2014/main" id="{C611025A-2FF9-AE66-901F-9FD772C3CACA}"/>
                  </a:ext>
                </a:extLst>
              </p14:cNvPr>
              <p14:cNvContentPartPr/>
              <p14:nvPr/>
            </p14:nvContentPartPr>
            <p14:xfrm>
              <a:off x="3928453" y="2577827"/>
              <a:ext cx="38520" cy="38520"/>
            </p14:xfrm>
          </p:contentPart>
        </mc:Choice>
        <mc:Fallback>
          <p:pic>
            <p:nvPicPr>
              <p:cNvPr id="13" name="Ink 12">
                <a:extLst>
                  <a:ext uri="{FF2B5EF4-FFF2-40B4-BE49-F238E27FC236}">
                    <a16:creationId xmlns:a16="http://schemas.microsoft.com/office/drawing/2014/main" id="{C611025A-2FF9-AE66-901F-9FD772C3CACA}"/>
                  </a:ext>
                </a:extLst>
              </p:cNvPr>
              <p:cNvPicPr/>
              <p:nvPr/>
            </p:nvPicPr>
            <p:blipFill>
              <a:blip r:embed="rId6"/>
              <a:stretch>
                <a:fillRect/>
              </a:stretch>
            </p:blipFill>
            <p:spPr>
              <a:xfrm>
                <a:off x="3917653" y="2567387"/>
                <a:ext cx="5976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4" name="Ink 13">
                <a:extLst>
                  <a:ext uri="{FF2B5EF4-FFF2-40B4-BE49-F238E27FC236}">
                    <a16:creationId xmlns:a16="http://schemas.microsoft.com/office/drawing/2014/main" id="{4998D6C0-77A6-E49A-BB79-E937398403DC}"/>
                  </a:ext>
                </a:extLst>
              </p14:cNvPr>
              <p14:cNvContentPartPr/>
              <p14:nvPr/>
            </p14:nvContentPartPr>
            <p14:xfrm>
              <a:off x="456973" y="3534707"/>
              <a:ext cx="2719440" cy="84960"/>
            </p14:xfrm>
          </p:contentPart>
        </mc:Choice>
        <mc:Fallback>
          <p:pic>
            <p:nvPicPr>
              <p:cNvPr id="14" name="Ink 13">
                <a:extLst>
                  <a:ext uri="{FF2B5EF4-FFF2-40B4-BE49-F238E27FC236}">
                    <a16:creationId xmlns:a16="http://schemas.microsoft.com/office/drawing/2014/main" id="{4998D6C0-77A6-E49A-BB79-E937398403DC}"/>
                  </a:ext>
                </a:extLst>
              </p:cNvPr>
              <p:cNvPicPr/>
              <p:nvPr/>
            </p:nvPicPr>
            <p:blipFill>
              <a:blip r:embed="rId8"/>
              <a:stretch>
                <a:fillRect/>
              </a:stretch>
            </p:blipFill>
            <p:spPr>
              <a:xfrm>
                <a:off x="446533" y="3523907"/>
                <a:ext cx="2740680" cy="106200"/>
              </a:xfrm>
              <a:prstGeom prst="rect">
                <a:avLst/>
              </a:prstGeom>
            </p:spPr>
          </p:pic>
        </mc:Fallback>
      </mc:AlternateContent>
    </p:spTree>
    <p:extLst>
      <p:ext uri="{BB962C8B-B14F-4D97-AF65-F5344CB8AC3E}">
        <p14:creationId xmlns:p14="http://schemas.microsoft.com/office/powerpoint/2010/main" val="2065500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987552"/>
          </a:xfrm>
        </p:spPr>
        <p:txBody>
          <a:bodyPr>
            <a:noAutofit/>
          </a:bodyPr>
          <a:lstStyle/>
          <a:p>
            <a:r>
              <a:rPr lang="en-US" sz="3200" dirty="0"/>
              <a:t>Supervised versus Unsupervised Methods</a:t>
            </a:r>
          </a:p>
        </p:txBody>
      </p:sp>
      <p:sp>
        <p:nvSpPr>
          <p:cNvPr id="3" name="Content Placeholder 2"/>
          <p:cNvSpPr>
            <a:spLocks noGrp="1"/>
          </p:cNvSpPr>
          <p:nvPr>
            <p:ph idx="1"/>
          </p:nvPr>
        </p:nvSpPr>
        <p:spPr/>
        <p:txBody>
          <a:bodyPr>
            <a:normAutofit lnSpcReduction="10000"/>
          </a:bodyPr>
          <a:lstStyle/>
          <a:p>
            <a:pPr>
              <a:buFont typeface="Arial" panose="020B0604020202020204" pitchFamily="34" charset="0"/>
              <a:buChar char="•"/>
            </a:pPr>
            <a:r>
              <a:rPr lang="en-US" dirty="0"/>
              <a:t>“How do our customers naturally fall into different groups?”</a:t>
            </a:r>
          </a:p>
          <a:p>
            <a:pPr lvl="2">
              <a:buFont typeface="Arial" panose="020B0604020202020204" pitchFamily="34" charset="0"/>
              <a:buChar char="•"/>
            </a:pPr>
            <a:r>
              <a:rPr lang="en-US" dirty="0"/>
              <a:t>No guarantee that the results are meaningful or will be useful for any particular purpose</a:t>
            </a:r>
          </a:p>
          <a:p>
            <a:pPr>
              <a:buFont typeface="Arial" panose="020B0604020202020204" pitchFamily="34" charset="0"/>
              <a:buChar char="•"/>
            </a:pPr>
            <a:r>
              <a:rPr lang="en-US" dirty="0"/>
              <a:t>“Can we find groups of customers who have particularly high likelihoods of canceling their service soon after contracts expire?”</a:t>
            </a:r>
          </a:p>
          <a:p>
            <a:pPr lvl="2">
              <a:buFont typeface="Arial" panose="020B0604020202020204" pitchFamily="34" charset="0"/>
              <a:buChar char="•"/>
            </a:pPr>
            <a:r>
              <a:rPr lang="en-US" b="1" dirty="0"/>
              <a:t>A specific purpose</a:t>
            </a:r>
          </a:p>
          <a:p>
            <a:pPr lvl="2">
              <a:buFont typeface="Arial" panose="020B0604020202020204" pitchFamily="34" charset="0"/>
              <a:buChar char="•"/>
            </a:pPr>
            <a:r>
              <a:rPr lang="en-US" dirty="0"/>
              <a:t>Much more useful results (usually) </a:t>
            </a:r>
          </a:p>
          <a:p>
            <a:pPr lvl="2">
              <a:buFont typeface="Arial" panose="020B0604020202020204" pitchFamily="34" charset="0"/>
              <a:buChar char="•"/>
            </a:pPr>
            <a:r>
              <a:rPr lang="en-US" dirty="0"/>
              <a:t>Different techniques</a:t>
            </a:r>
          </a:p>
          <a:p>
            <a:pPr lvl="2">
              <a:buFont typeface="Arial" panose="020B0604020202020204" pitchFamily="34" charset="0"/>
              <a:buChar char="•"/>
            </a:pPr>
            <a:r>
              <a:rPr lang="en-US" b="1" dirty="0"/>
              <a:t>Requires data with the target</a:t>
            </a:r>
          </a:p>
          <a:p>
            <a:pPr lvl="3">
              <a:buFont typeface="Arial" panose="020B0604020202020204" pitchFamily="34" charset="0"/>
              <a:buChar char="•"/>
            </a:pPr>
            <a:r>
              <a:rPr lang="en-US" dirty="0"/>
              <a:t>The individual’s label</a:t>
            </a:r>
          </a:p>
        </p:txBody>
      </p:sp>
    </p:spTree>
    <p:extLst>
      <p:ext uri="{BB962C8B-B14F-4D97-AF65-F5344CB8AC3E}">
        <p14:creationId xmlns:p14="http://schemas.microsoft.com/office/powerpoint/2010/main" val="1142907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759" y="254617"/>
            <a:ext cx="8794597" cy="987552"/>
          </a:xfrm>
        </p:spPr>
        <p:txBody>
          <a:bodyPr>
            <a:noAutofit/>
          </a:bodyPr>
          <a:lstStyle/>
          <a:p>
            <a:r>
              <a:rPr lang="en-US" sz="3200" dirty="0"/>
              <a:t>Supervised Data Mining &amp; Predictive Modeling</a:t>
            </a:r>
          </a:p>
        </p:txBody>
      </p:sp>
      <p:sp>
        <p:nvSpPr>
          <p:cNvPr id="3" name="Content Placeholder 2"/>
          <p:cNvSpPr>
            <a:spLocks noGrp="1"/>
          </p:cNvSpPr>
          <p:nvPr>
            <p:ph idx="1"/>
          </p:nvPr>
        </p:nvSpPr>
        <p:spPr>
          <a:xfrm>
            <a:off x="628650" y="1526650"/>
            <a:ext cx="7886700" cy="4650313"/>
          </a:xfrm>
        </p:spPr>
        <p:txBody>
          <a:bodyPr>
            <a:normAutofit/>
          </a:bodyPr>
          <a:lstStyle/>
          <a:p>
            <a:pPr>
              <a:buFont typeface="Arial" panose="020B0604020202020204" pitchFamily="34" charset="0"/>
              <a:buChar char="•"/>
            </a:pPr>
            <a:r>
              <a:rPr lang="en-US" dirty="0"/>
              <a:t>Is there a specific, quantifiable </a:t>
            </a:r>
            <a:r>
              <a:rPr lang="en-US" b="1" dirty="0"/>
              <a:t>target</a:t>
            </a:r>
            <a:r>
              <a:rPr lang="en-US" dirty="0"/>
              <a:t> that we are interested in or trying to predict?</a:t>
            </a:r>
          </a:p>
          <a:p>
            <a:pPr lvl="2">
              <a:buFont typeface="Arial" panose="020B0604020202020204" pitchFamily="34" charset="0"/>
              <a:buChar char="•"/>
            </a:pPr>
            <a:r>
              <a:rPr lang="en-US" dirty="0"/>
              <a:t>Think about the decision</a:t>
            </a:r>
          </a:p>
          <a:p>
            <a:pPr>
              <a:buFont typeface="Arial" panose="020B0604020202020204" pitchFamily="34" charset="0"/>
              <a:buChar char="•"/>
            </a:pPr>
            <a:r>
              <a:rPr lang="en-US" dirty="0"/>
              <a:t>Do we have data on this target?</a:t>
            </a:r>
          </a:p>
          <a:p>
            <a:pPr lvl="2">
              <a:buFont typeface="Arial" panose="020B0604020202020204" pitchFamily="34" charset="0"/>
              <a:buChar char="•"/>
            </a:pPr>
            <a:r>
              <a:rPr lang="en-US" dirty="0"/>
              <a:t>Do we have </a:t>
            </a:r>
            <a:r>
              <a:rPr lang="en-US" u="sng" dirty="0"/>
              <a:t>enough data</a:t>
            </a:r>
            <a:r>
              <a:rPr lang="en-US" dirty="0"/>
              <a:t> on this target?</a:t>
            </a:r>
          </a:p>
          <a:p>
            <a:pPr lvl="3">
              <a:buFont typeface="Arial" panose="020B0604020202020204" pitchFamily="34" charset="0"/>
              <a:buChar char="•"/>
            </a:pPr>
            <a:r>
              <a:rPr lang="en-US" dirty="0"/>
              <a:t>Need a min ~500 of each type of classification</a:t>
            </a:r>
          </a:p>
          <a:p>
            <a:pPr>
              <a:buFont typeface="Arial" panose="020B0604020202020204" pitchFamily="34" charset="0"/>
              <a:buChar char="•"/>
            </a:pPr>
            <a:r>
              <a:rPr lang="en-US" dirty="0"/>
              <a:t>The result of supervised data mining is a model that predicts some quantity</a:t>
            </a:r>
          </a:p>
          <a:p>
            <a:pPr>
              <a:buFont typeface="Arial" panose="020B0604020202020204" pitchFamily="34" charset="0"/>
              <a:buChar char="•"/>
            </a:pPr>
            <a:r>
              <a:rPr lang="en-US" dirty="0"/>
              <a:t>A model can either be used to predict or to understand</a:t>
            </a: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3839DCA2-A076-148D-70DF-1AD32EA2EAD1}"/>
                  </a:ext>
                </a:extLst>
              </p14:cNvPr>
              <p14:cNvContentPartPr/>
              <p14:nvPr/>
            </p14:nvContentPartPr>
            <p14:xfrm>
              <a:off x="7213009" y="2283388"/>
              <a:ext cx="25560" cy="17280"/>
            </p14:xfrm>
          </p:contentPart>
        </mc:Choice>
        <mc:Fallback xmlns="">
          <p:pic>
            <p:nvPicPr>
              <p:cNvPr id="6" name="Ink 5">
                <a:extLst>
                  <a:ext uri="{FF2B5EF4-FFF2-40B4-BE49-F238E27FC236}">
                    <a16:creationId xmlns:a16="http://schemas.microsoft.com/office/drawing/2014/main" id="{3839DCA2-A076-148D-70DF-1AD32EA2EAD1}"/>
                  </a:ext>
                </a:extLst>
              </p:cNvPr>
              <p:cNvPicPr/>
              <p:nvPr/>
            </p:nvPicPr>
            <p:blipFill>
              <a:blip r:embed="rId4"/>
              <a:stretch>
                <a:fillRect/>
              </a:stretch>
            </p:blipFill>
            <p:spPr>
              <a:xfrm>
                <a:off x="7205449" y="2275828"/>
                <a:ext cx="40680" cy="32400"/>
              </a:xfrm>
              <a:prstGeom prst="rect">
                <a:avLst/>
              </a:prstGeom>
            </p:spPr>
          </p:pic>
        </mc:Fallback>
      </mc:AlternateContent>
    </p:spTree>
    <p:extLst>
      <p:ext uri="{BB962C8B-B14F-4D97-AF65-F5344CB8AC3E}">
        <p14:creationId xmlns:p14="http://schemas.microsoft.com/office/powerpoint/2010/main" val="1429302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610600" cy="987552"/>
          </a:xfrm>
        </p:spPr>
        <p:txBody>
          <a:bodyPr>
            <a:noAutofit/>
          </a:bodyPr>
          <a:lstStyle/>
          <a:p>
            <a:r>
              <a:rPr lang="en-US" sz="3600" dirty="0"/>
              <a:t>Recap: Supervised Machine Learning</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Classification</a:t>
            </a:r>
          </a:p>
          <a:p>
            <a:pPr lvl="2">
              <a:buFont typeface="Arial" panose="020B0604020202020204" pitchFamily="34" charset="0"/>
              <a:buChar char="•"/>
            </a:pPr>
            <a:r>
              <a:rPr lang="en-US" dirty="0"/>
              <a:t>Categorical target</a:t>
            </a:r>
          </a:p>
          <a:p>
            <a:pPr lvl="3">
              <a:buFont typeface="Arial" panose="020B0604020202020204" pitchFamily="34" charset="0"/>
              <a:buChar char="•"/>
            </a:pPr>
            <a:r>
              <a:rPr lang="en-US" dirty="0"/>
              <a:t>Often binary</a:t>
            </a:r>
          </a:p>
          <a:p>
            <a:pPr lvl="2">
              <a:buFont typeface="Arial" panose="020B0604020202020204" pitchFamily="34" charset="0"/>
              <a:buChar char="•"/>
            </a:pPr>
            <a:r>
              <a:rPr lang="en-US" dirty="0"/>
              <a:t>Includes “class probability estimation”</a:t>
            </a:r>
          </a:p>
          <a:p>
            <a:pPr>
              <a:buFont typeface="Arial" panose="020B0604020202020204" pitchFamily="34" charset="0"/>
              <a:buChar char="•"/>
            </a:pPr>
            <a:r>
              <a:rPr lang="en-US" dirty="0"/>
              <a:t>Regression</a:t>
            </a:r>
          </a:p>
          <a:p>
            <a:pPr lvl="2">
              <a:buFont typeface="Arial" panose="020B0604020202020204" pitchFamily="34" charset="0"/>
              <a:buChar char="•"/>
            </a:pPr>
            <a:r>
              <a:rPr lang="en-US" dirty="0"/>
              <a:t>Numeric target</a:t>
            </a:r>
          </a:p>
        </p:txBody>
      </p:sp>
    </p:spTree>
    <p:extLst>
      <p:ext uri="{BB962C8B-B14F-4D97-AF65-F5344CB8AC3E}">
        <p14:creationId xmlns:p14="http://schemas.microsoft.com/office/powerpoint/2010/main" val="1106317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Subclasses of Supervised Data Mining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828800"/>
                <a:ext cx="8229600" cy="5029200"/>
              </a:xfrm>
            </p:spPr>
            <p:txBody>
              <a:bodyPr/>
              <a:lstStyle/>
              <a:p>
                <a:pPr>
                  <a:buFont typeface="Arial" panose="020B0604020202020204" pitchFamily="34" charset="0"/>
                  <a:buChar char="•"/>
                </a:pPr>
                <a:r>
                  <a:rPr lang="en-US" dirty="0"/>
                  <a:t>“Will this customer purchase service </a:t>
                </a:r>
                <a14:m>
                  <m:oMath xmlns:m="http://schemas.openxmlformats.org/officeDocument/2006/math">
                    <m:r>
                      <a:rPr lang="en-US" i="1" dirty="0" smtClean="0">
                        <a:latin typeface="Cambria Math"/>
                      </a:rPr>
                      <m:t>𝑆</m:t>
                    </m:r>
                    <m:r>
                      <a:rPr lang="en-US" i="1" dirty="0" smtClean="0">
                        <a:latin typeface="Cambria Math"/>
                      </a:rPr>
                      <m:t>1</m:t>
                    </m:r>
                  </m:oMath>
                </a14:m>
                <a:r>
                  <a:rPr lang="en-US" dirty="0"/>
                  <a:t>”</a:t>
                </a:r>
              </a:p>
              <a:p>
                <a:pPr lvl="2">
                  <a:buFont typeface="Arial" panose="020B0604020202020204" pitchFamily="34" charset="0"/>
                  <a:buChar char="•"/>
                </a:pPr>
                <a:r>
                  <a:rPr lang="en-US" dirty="0"/>
                  <a:t>Classification problem</a:t>
                </a:r>
              </a:p>
              <a:p>
                <a:pPr lvl="3">
                  <a:buFont typeface="Arial" panose="020B0604020202020204" pitchFamily="34" charset="0"/>
                  <a:buChar char="•"/>
                </a:pPr>
                <a:r>
                  <a:rPr lang="en-US" dirty="0"/>
                  <a:t>Binary target (the customer either purchases or does not)</a:t>
                </a:r>
              </a:p>
              <a:p>
                <a:pPr>
                  <a:buFont typeface="Arial" panose="020B0604020202020204" pitchFamily="34" charset="0"/>
                  <a:buChar char="•"/>
                </a:pPr>
                <a:r>
                  <a:rPr lang="en-US" dirty="0"/>
                  <a:t>“Which service package (</a:t>
                </a:r>
                <a14:m>
                  <m:oMath xmlns:m="http://schemas.openxmlformats.org/officeDocument/2006/math">
                    <m:r>
                      <a:rPr lang="en-US" i="1" dirty="0" smtClean="0">
                        <a:latin typeface="Cambria Math"/>
                      </a:rPr>
                      <m:t>𝑆</m:t>
                    </m:r>
                    <m:r>
                      <a:rPr lang="en-US" i="1" dirty="0" smtClean="0">
                        <a:latin typeface="Cambria Math"/>
                      </a:rPr>
                      <m:t>1</m:t>
                    </m:r>
                  </m:oMath>
                </a14:m>
                <a:r>
                  <a:rPr lang="en-US" dirty="0"/>
                  <a:t>, </a:t>
                </a:r>
                <a14:m>
                  <m:oMath xmlns:m="http://schemas.openxmlformats.org/officeDocument/2006/math">
                    <m:r>
                      <a:rPr lang="en-US" i="1" dirty="0" smtClean="0">
                        <a:latin typeface="Cambria Math"/>
                      </a:rPr>
                      <m:t>𝑆</m:t>
                    </m:r>
                    <m:r>
                      <a:rPr lang="en-US" i="1" dirty="0" smtClean="0">
                        <a:latin typeface="Cambria Math"/>
                      </a:rPr>
                      <m:t>2</m:t>
                    </m:r>
                  </m:oMath>
                </a14:m>
                <a:r>
                  <a:rPr lang="en-US" dirty="0"/>
                  <a:t>, or none) will a customer likely purchase?”</a:t>
                </a:r>
              </a:p>
              <a:p>
                <a:pPr lvl="2">
                  <a:buFont typeface="Arial" panose="020B0604020202020204" pitchFamily="34" charset="0"/>
                  <a:buChar char="•"/>
                </a:pPr>
                <a:r>
                  <a:rPr lang="en-US" dirty="0"/>
                  <a:t>Classification problem</a:t>
                </a:r>
              </a:p>
              <a:p>
                <a:pPr lvl="3">
                  <a:buFont typeface="Arial" panose="020B0604020202020204" pitchFamily="34" charset="0"/>
                  <a:buChar char="•"/>
                </a:pPr>
                <a:r>
                  <a:rPr lang="en-US" dirty="0"/>
                  <a:t>Three-valued target</a:t>
                </a:r>
              </a:p>
              <a:p>
                <a:pPr>
                  <a:buFont typeface="Arial" panose="020B0604020202020204" pitchFamily="34" charset="0"/>
                  <a:buChar char="•"/>
                </a:pPr>
                <a:r>
                  <a:rPr lang="en-US" dirty="0"/>
                  <a:t>“How much will this customer use the service?”</a:t>
                </a:r>
              </a:p>
              <a:p>
                <a:pPr lvl="2">
                  <a:buFont typeface="Arial" panose="020B0604020202020204" pitchFamily="34" charset="0"/>
                  <a:buChar char="•"/>
                </a:pPr>
                <a:r>
                  <a:rPr lang="en-US" dirty="0"/>
                  <a:t>Regression problem</a:t>
                </a:r>
              </a:p>
              <a:p>
                <a:pPr lvl="3">
                  <a:buFont typeface="Arial" panose="020B0604020202020204" pitchFamily="34" charset="0"/>
                  <a:buChar char="•"/>
                </a:pPr>
                <a:r>
                  <a:rPr lang="en-US" dirty="0"/>
                  <a:t>Numeric target</a:t>
                </a:r>
              </a:p>
              <a:p>
                <a:pPr lvl="3">
                  <a:buFont typeface="Arial" panose="020B0604020202020204" pitchFamily="34" charset="0"/>
                  <a:buChar char="•"/>
                </a:pPr>
                <a:r>
                  <a:rPr lang="en-US" dirty="0"/>
                  <a:t>Target variable: amount of usage per customer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828800"/>
                <a:ext cx="8229600" cy="5029200"/>
              </a:xfrm>
              <a:blipFill>
                <a:blip r:embed="rId3"/>
                <a:stretch>
                  <a:fillRect l="-1389" t="-2273"/>
                </a:stretch>
              </a:blipFill>
            </p:spPr>
            <p:txBody>
              <a:bodyPr/>
              <a:lstStyle/>
              <a:p>
                <a:r>
                  <a:rPr lang="en-US">
                    <a:noFill/>
                  </a:rPr>
                  <a:t> </a:t>
                </a:r>
              </a:p>
            </p:txBody>
          </p:sp>
        </mc:Fallback>
      </mc:AlternateContent>
    </p:spTree>
    <p:extLst>
      <p:ext uri="{BB962C8B-B14F-4D97-AF65-F5344CB8AC3E}">
        <p14:creationId xmlns:p14="http://schemas.microsoft.com/office/powerpoint/2010/main" val="862579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altLang="en-US" dirty="0">
                <a:ea typeface="MS PGothic" charset="-128"/>
              </a:rPr>
              <a:t>Clustering is a hard problem!</a:t>
            </a:r>
          </a:p>
        </p:txBody>
      </p:sp>
      <p:pic>
        <p:nvPicPr>
          <p:cNvPr id="21506" name="Picture 2" descr="http://tagc.univ-mrs.fr/tagc/images/dputhier/tb2.jpg"/>
          <p:cNvPicPr>
            <a:picLocks noChangeAspect="1" noChangeArrowheads="1"/>
          </p:cNvPicPr>
          <p:nvPr/>
        </p:nvPicPr>
        <p:blipFill>
          <a:blip r:embed="rId2">
            <a:extLst>
              <a:ext uri="{28A0092B-C50C-407E-A947-70E740481C1C}">
                <a14:useLocalDpi xmlns:a14="http://schemas.microsoft.com/office/drawing/2010/main" val="0"/>
              </a:ext>
            </a:extLst>
          </a:blip>
          <a:srcRect t="3893" b="4570"/>
          <a:stretch>
            <a:fillRect/>
          </a:stretch>
        </p:blipFill>
        <p:spPr bwMode="auto">
          <a:xfrm>
            <a:off x="2187459" y="1890537"/>
            <a:ext cx="4769082" cy="4159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5836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Dimensionality Reduction</a:t>
            </a:r>
          </a:p>
        </p:txBody>
      </p:sp>
      <p:sp>
        <p:nvSpPr>
          <p:cNvPr id="3" name="Content Placeholder 2"/>
          <p:cNvSpPr>
            <a:spLocks noGrp="1"/>
          </p:cNvSpPr>
          <p:nvPr>
            <p:ph idx="1"/>
          </p:nvPr>
        </p:nvSpPr>
        <p:spPr/>
        <p:txBody>
          <a:bodyPr>
            <a:normAutofit/>
          </a:bodyPr>
          <a:lstStyle/>
          <a:p>
            <a:r>
              <a:rPr lang="en-US" sz="2000" b="1" dirty="0">
                <a:solidFill>
                  <a:srgbClr val="FF0066"/>
                </a:solidFill>
              </a:rPr>
              <a:t>Goal of dimensionality reduction is to discover the axis of data!</a:t>
            </a:r>
          </a:p>
        </p:txBody>
      </p:sp>
      <p:pic>
        <p:nvPicPr>
          <p:cNvPr id="4" name="Picture 2"/>
          <p:cNvPicPr>
            <a:picLocks noChangeAspect="1" noChangeArrowheads="1"/>
          </p:cNvPicPr>
          <p:nvPr/>
        </p:nvPicPr>
        <p:blipFill rotWithShape="1">
          <a:blip r:embed="rId2" cstate="print"/>
          <a:srcRect t="9033" r="65192" b="5588"/>
          <a:stretch/>
        </p:blipFill>
        <p:spPr bwMode="auto">
          <a:xfrm>
            <a:off x="1000125" y="2260244"/>
            <a:ext cx="3657600" cy="3974031"/>
          </a:xfrm>
          <a:prstGeom prst="rect">
            <a:avLst/>
          </a:prstGeom>
          <a:noFill/>
          <a:ln w="9525">
            <a:noFill/>
            <a:miter lim="800000"/>
            <a:headEnd/>
            <a:tailEnd/>
          </a:ln>
        </p:spPr>
      </p:pic>
      <p:sp>
        <p:nvSpPr>
          <p:cNvPr id="5" name="TextBox 4"/>
          <p:cNvSpPr txBox="1"/>
          <p:nvPr/>
        </p:nvSpPr>
        <p:spPr>
          <a:xfrm>
            <a:off x="5029200" y="2552135"/>
            <a:ext cx="3659976" cy="3170099"/>
          </a:xfrm>
          <a:prstGeom prst="rect">
            <a:avLst/>
          </a:prstGeom>
          <a:noFill/>
        </p:spPr>
        <p:txBody>
          <a:bodyPr wrap="none" rtlCol="0">
            <a:spAutoFit/>
          </a:bodyPr>
          <a:lstStyle/>
          <a:p>
            <a:r>
              <a:rPr lang="en-US" sz="2000" dirty="0">
                <a:solidFill>
                  <a:srgbClr val="008000"/>
                </a:solidFill>
                <a:latin typeface="Arial" pitchFamily="34" charset="0"/>
                <a:cs typeface="Arial" pitchFamily="34" charset="0"/>
              </a:rPr>
              <a:t>Rather than representing</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every point with 2 coordinates</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we represent each point with</a:t>
            </a:r>
          </a:p>
          <a:p>
            <a:r>
              <a:rPr lang="en-US" sz="2000" dirty="0">
                <a:solidFill>
                  <a:srgbClr val="008000"/>
                </a:solidFill>
                <a:latin typeface="Arial" pitchFamily="34" charset="0"/>
                <a:cs typeface="Arial" pitchFamily="34" charset="0"/>
              </a:rPr>
              <a:t>1 coordinate (corresponding to</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the position of the point on </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the red line).</a:t>
            </a:r>
          </a:p>
          <a:p>
            <a:endParaRPr lang="en-US" sz="2000" dirty="0">
              <a:solidFill>
                <a:srgbClr val="008000"/>
              </a:solidFill>
              <a:latin typeface="Arial" pitchFamily="34" charset="0"/>
              <a:cs typeface="Arial" pitchFamily="34" charset="0"/>
            </a:endParaRPr>
          </a:p>
          <a:p>
            <a:r>
              <a:rPr lang="en-US" sz="2000" dirty="0">
                <a:solidFill>
                  <a:srgbClr val="008000"/>
                </a:solidFill>
                <a:latin typeface="Arial" pitchFamily="34" charset="0"/>
                <a:cs typeface="Arial" pitchFamily="34" charset="0"/>
              </a:rPr>
              <a:t>By doing this we incur a bit of</a:t>
            </a:r>
            <a:br>
              <a:rPr lang="en-US" sz="2000" dirty="0">
                <a:solidFill>
                  <a:srgbClr val="008000"/>
                </a:solidFill>
                <a:latin typeface="Arial" pitchFamily="34" charset="0"/>
                <a:cs typeface="Arial" pitchFamily="34" charset="0"/>
              </a:rPr>
            </a:br>
            <a:r>
              <a:rPr lang="en-US" sz="2000" b="1" dirty="0">
                <a:solidFill>
                  <a:srgbClr val="008000"/>
                </a:solidFill>
                <a:latin typeface="Arial" pitchFamily="34" charset="0"/>
                <a:cs typeface="Arial" pitchFamily="34" charset="0"/>
              </a:rPr>
              <a:t>error</a:t>
            </a:r>
            <a:r>
              <a:rPr lang="en-US" sz="2000" dirty="0">
                <a:solidFill>
                  <a:srgbClr val="008000"/>
                </a:solidFill>
                <a:latin typeface="Arial" pitchFamily="34" charset="0"/>
                <a:cs typeface="Arial" pitchFamily="34" charset="0"/>
              </a:rPr>
              <a:t> as the points do not </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exactly lie on the line</a:t>
            </a:r>
          </a:p>
        </p:txBody>
      </p:sp>
      <mc:AlternateContent xmlns:mc="http://schemas.openxmlformats.org/markup-compatibility/2006" xmlns:p14="http://schemas.microsoft.com/office/powerpoint/2010/main">
        <mc:Choice Requires="p14">
          <p:contentPart p14:bwMode="auto" r:id="rId3">
            <p14:nvContentPartPr>
              <p14:cNvPr id="31" name="Ink 30">
                <a:extLst>
                  <a:ext uri="{FF2B5EF4-FFF2-40B4-BE49-F238E27FC236}">
                    <a16:creationId xmlns:a16="http://schemas.microsoft.com/office/drawing/2014/main" id="{3150BF99-BFA1-13F1-1336-929EDF9FD5D5}"/>
                  </a:ext>
                </a:extLst>
              </p14:cNvPr>
              <p14:cNvContentPartPr/>
              <p14:nvPr/>
            </p14:nvContentPartPr>
            <p14:xfrm>
              <a:off x="1363257" y="5450445"/>
              <a:ext cx="280800" cy="226800"/>
            </p14:xfrm>
          </p:contentPart>
        </mc:Choice>
        <mc:Fallback xmlns="">
          <p:pic>
            <p:nvPicPr>
              <p:cNvPr id="31" name="Ink 30">
                <a:extLst>
                  <a:ext uri="{FF2B5EF4-FFF2-40B4-BE49-F238E27FC236}">
                    <a16:creationId xmlns:a16="http://schemas.microsoft.com/office/drawing/2014/main" id="{3150BF99-BFA1-13F1-1336-929EDF9FD5D5}"/>
                  </a:ext>
                </a:extLst>
              </p:cNvPr>
              <p:cNvPicPr/>
              <p:nvPr/>
            </p:nvPicPr>
            <p:blipFill>
              <a:blip r:embed="rId22"/>
              <a:stretch>
                <a:fillRect/>
              </a:stretch>
            </p:blipFill>
            <p:spPr>
              <a:xfrm>
                <a:off x="1355697" y="5442885"/>
                <a:ext cx="29592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8" name="Ink 7">
                <a:extLst>
                  <a:ext uri="{FF2B5EF4-FFF2-40B4-BE49-F238E27FC236}">
                    <a16:creationId xmlns:a16="http://schemas.microsoft.com/office/drawing/2014/main" id="{5F371294-1D22-471E-00F4-945CF2A1EA38}"/>
                  </a:ext>
                </a:extLst>
              </p14:cNvPr>
              <p14:cNvContentPartPr/>
              <p14:nvPr/>
            </p14:nvContentPartPr>
            <p14:xfrm>
              <a:off x="651733" y="2806400"/>
              <a:ext cx="309240" cy="483120"/>
            </p14:xfrm>
          </p:contentPart>
        </mc:Choice>
        <mc:Fallback>
          <p:pic>
            <p:nvPicPr>
              <p:cNvPr id="8" name="Ink 7">
                <a:extLst>
                  <a:ext uri="{FF2B5EF4-FFF2-40B4-BE49-F238E27FC236}">
                    <a16:creationId xmlns:a16="http://schemas.microsoft.com/office/drawing/2014/main" id="{5F371294-1D22-471E-00F4-945CF2A1EA38}"/>
                  </a:ext>
                </a:extLst>
              </p:cNvPr>
              <p:cNvPicPr/>
              <p:nvPr/>
            </p:nvPicPr>
            <p:blipFill>
              <a:blip r:embed="rId24"/>
              <a:stretch>
                <a:fillRect/>
              </a:stretch>
            </p:blipFill>
            <p:spPr>
              <a:xfrm>
                <a:off x="641293" y="2795960"/>
                <a:ext cx="330480" cy="5043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9" name="Ink 8">
                <a:extLst>
                  <a:ext uri="{FF2B5EF4-FFF2-40B4-BE49-F238E27FC236}">
                    <a16:creationId xmlns:a16="http://schemas.microsoft.com/office/drawing/2014/main" id="{556CEAAF-153A-6E26-0B1F-19B68CF64FF4}"/>
                  </a:ext>
                </a:extLst>
              </p14:cNvPr>
              <p14:cNvContentPartPr/>
              <p14:nvPr/>
            </p14:nvContentPartPr>
            <p14:xfrm>
              <a:off x="2074093" y="6061880"/>
              <a:ext cx="316440" cy="348840"/>
            </p14:xfrm>
          </p:contentPart>
        </mc:Choice>
        <mc:Fallback>
          <p:pic>
            <p:nvPicPr>
              <p:cNvPr id="9" name="Ink 8">
                <a:extLst>
                  <a:ext uri="{FF2B5EF4-FFF2-40B4-BE49-F238E27FC236}">
                    <a16:creationId xmlns:a16="http://schemas.microsoft.com/office/drawing/2014/main" id="{556CEAAF-153A-6E26-0B1F-19B68CF64FF4}"/>
                  </a:ext>
                </a:extLst>
              </p:cNvPr>
              <p:cNvPicPr/>
              <p:nvPr/>
            </p:nvPicPr>
            <p:blipFill>
              <a:blip r:embed="rId26"/>
              <a:stretch>
                <a:fillRect/>
              </a:stretch>
            </p:blipFill>
            <p:spPr>
              <a:xfrm>
                <a:off x="2063653" y="6051440"/>
                <a:ext cx="337680" cy="3700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0" name="Ink 9">
                <a:extLst>
                  <a:ext uri="{FF2B5EF4-FFF2-40B4-BE49-F238E27FC236}">
                    <a16:creationId xmlns:a16="http://schemas.microsoft.com/office/drawing/2014/main" id="{718EBFD2-896F-3A15-9E99-B43152D4FF40}"/>
                  </a:ext>
                </a:extLst>
              </p14:cNvPr>
              <p14:cNvContentPartPr/>
              <p14:nvPr/>
            </p14:nvContentPartPr>
            <p14:xfrm>
              <a:off x="1265533" y="4106000"/>
              <a:ext cx="1439640" cy="1626120"/>
            </p14:xfrm>
          </p:contentPart>
        </mc:Choice>
        <mc:Fallback>
          <p:pic>
            <p:nvPicPr>
              <p:cNvPr id="10" name="Ink 9">
                <a:extLst>
                  <a:ext uri="{FF2B5EF4-FFF2-40B4-BE49-F238E27FC236}">
                    <a16:creationId xmlns:a16="http://schemas.microsoft.com/office/drawing/2014/main" id="{718EBFD2-896F-3A15-9E99-B43152D4FF40}"/>
                  </a:ext>
                </a:extLst>
              </p:cNvPr>
              <p:cNvPicPr/>
              <p:nvPr/>
            </p:nvPicPr>
            <p:blipFill>
              <a:blip r:embed="rId28"/>
              <a:stretch>
                <a:fillRect/>
              </a:stretch>
            </p:blipFill>
            <p:spPr>
              <a:xfrm>
                <a:off x="1255093" y="4095560"/>
                <a:ext cx="1460880" cy="16473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3" name="Ink 22">
                <a:extLst>
                  <a:ext uri="{FF2B5EF4-FFF2-40B4-BE49-F238E27FC236}">
                    <a16:creationId xmlns:a16="http://schemas.microsoft.com/office/drawing/2014/main" id="{4EABC57F-06C7-26EA-B5A1-FA1812841C93}"/>
                  </a:ext>
                </a:extLst>
              </p14:cNvPr>
              <p14:cNvContentPartPr/>
              <p14:nvPr/>
            </p14:nvContentPartPr>
            <p14:xfrm>
              <a:off x="1295053" y="3683000"/>
              <a:ext cx="1621800" cy="2045160"/>
            </p14:xfrm>
          </p:contentPart>
        </mc:Choice>
        <mc:Fallback>
          <p:pic>
            <p:nvPicPr>
              <p:cNvPr id="23" name="Ink 22">
                <a:extLst>
                  <a:ext uri="{FF2B5EF4-FFF2-40B4-BE49-F238E27FC236}">
                    <a16:creationId xmlns:a16="http://schemas.microsoft.com/office/drawing/2014/main" id="{4EABC57F-06C7-26EA-B5A1-FA1812841C93}"/>
                  </a:ext>
                </a:extLst>
              </p:cNvPr>
              <p:cNvPicPr/>
              <p:nvPr/>
            </p:nvPicPr>
            <p:blipFill>
              <a:blip r:embed="rId30"/>
              <a:stretch>
                <a:fillRect/>
              </a:stretch>
            </p:blipFill>
            <p:spPr>
              <a:xfrm>
                <a:off x="1284613" y="3672200"/>
                <a:ext cx="1643040" cy="20664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4" name="Ink 23">
                <a:extLst>
                  <a:ext uri="{FF2B5EF4-FFF2-40B4-BE49-F238E27FC236}">
                    <a16:creationId xmlns:a16="http://schemas.microsoft.com/office/drawing/2014/main" id="{95F7C039-F6F6-4DAA-BD55-28F06AD4A8A5}"/>
                  </a:ext>
                </a:extLst>
              </p14:cNvPr>
              <p14:cNvContentPartPr/>
              <p14:nvPr/>
            </p14:nvContentPartPr>
            <p14:xfrm>
              <a:off x="3682933" y="2379080"/>
              <a:ext cx="631080" cy="580320"/>
            </p14:xfrm>
          </p:contentPart>
        </mc:Choice>
        <mc:Fallback>
          <p:pic>
            <p:nvPicPr>
              <p:cNvPr id="24" name="Ink 23">
                <a:extLst>
                  <a:ext uri="{FF2B5EF4-FFF2-40B4-BE49-F238E27FC236}">
                    <a16:creationId xmlns:a16="http://schemas.microsoft.com/office/drawing/2014/main" id="{95F7C039-F6F6-4DAA-BD55-28F06AD4A8A5}"/>
                  </a:ext>
                </a:extLst>
              </p:cNvPr>
              <p:cNvPicPr/>
              <p:nvPr/>
            </p:nvPicPr>
            <p:blipFill>
              <a:blip r:embed="rId32"/>
              <a:stretch>
                <a:fillRect/>
              </a:stretch>
            </p:blipFill>
            <p:spPr>
              <a:xfrm>
                <a:off x="3672133" y="2368280"/>
                <a:ext cx="652320" cy="6015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2" name="Ink 31">
                <a:extLst>
                  <a:ext uri="{FF2B5EF4-FFF2-40B4-BE49-F238E27FC236}">
                    <a16:creationId xmlns:a16="http://schemas.microsoft.com/office/drawing/2014/main" id="{383A1419-BAA8-A6CF-CF1A-1C73479917C8}"/>
                  </a:ext>
                </a:extLst>
              </p14:cNvPr>
              <p14:cNvContentPartPr/>
              <p14:nvPr/>
            </p14:nvContentPartPr>
            <p14:xfrm>
              <a:off x="1623013" y="2867960"/>
              <a:ext cx="1444680" cy="1618920"/>
            </p14:xfrm>
          </p:contentPart>
        </mc:Choice>
        <mc:Fallback>
          <p:pic>
            <p:nvPicPr>
              <p:cNvPr id="32" name="Ink 31">
                <a:extLst>
                  <a:ext uri="{FF2B5EF4-FFF2-40B4-BE49-F238E27FC236}">
                    <a16:creationId xmlns:a16="http://schemas.microsoft.com/office/drawing/2014/main" id="{383A1419-BAA8-A6CF-CF1A-1C73479917C8}"/>
                  </a:ext>
                </a:extLst>
              </p:cNvPr>
              <p:cNvPicPr/>
              <p:nvPr/>
            </p:nvPicPr>
            <p:blipFill>
              <a:blip r:embed="rId34"/>
              <a:stretch>
                <a:fillRect/>
              </a:stretch>
            </p:blipFill>
            <p:spPr>
              <a:xfrm>
                <a:off x="1612570" y="2857520"/>
                <a:ext cx="1465925" cy="16401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3" name="Ink 32">
                <a:extLst>
                  <a:ext uri="{FF2B5EF4-FFF2-40B4-BE49-F238E27FC236}">
                    <a16:creationId xmlns:a16="http://schemas.microsoft.com/office/drawing/2014/main" id="{72DF404B-2F0A-DBB6-4CD9-09B3CE39D4DD}"/>
                  </a:ext>
                </a:extLst>
              </p14:cNvPr>
              <p14:cNvContentPartPr/>
              <p14:nvPr/>
            </p14:nvContentPartPr>
            <p14:xfrm>
              <a:off x="2615893" y="3869120"/>
              <a:ext cx="277920" cy="356040"/>
            </p14:xfrm>
          </p:contentPart>
        </mc:Choice>
        <mc:Fallback>
          <p:pic>
            <p:nvPicPr>
              <p:cNvPr id="33" name="Ink 32">
                <a:extLst>
                  <a:ext uri="{FF2B5EF4-FFF2-40B4-BE49-F238E27FC236}">
                    <a16:creationId xmlns:a16="http://schemas.microsoft.com/office/drawing/2014/main" id="{72DF404B-2F0A-DBB6-4CD9-09B3CE39D4DD}"/>
                  </a:ext>
                </a:extLst>
              </p:cNvPr>
              <p:cNvPicPr/>
              <p:nvPr/>
            </p:nvPicPr>
            <p:blipFill>
              <a:blip r:embed="rId36"/>
              <a:stretch>
                <a:fillRect/>
              </a:stretch>
            </p:blipFill>
            <p:spPr>
              <a:xfrm>
                <a:off x="2605453" y="3858320"/>
                <a:ext cx="299160" cy="3772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36" name="Ink 35">
                <a:extLst>
                  <a:ext uri="{FF2B5EF4-FFF2-40B4-BE49-F238E27FC236}">
                    <a16:creationId xmlns:a16="http://schemas.microsoft.com/office/drawing/2014/main" id="{32ADCAC9-703C-D8FF-E00B-1C0140BBF98A}"/>
                  </a:ext>
                </a:extLst>
              </p14:cNvPr>
              <p14:cNvContentPartPr/>
              <p14:nvPr/>
            </p14:nvContentPartPr>
            <p14:xfrm>
              <a:off x="1252933" y="4202120"/>
              <a:ext cx="1561680" cy="1762920"/>
            </p14:xfrm>
          </p:contentPart>
        </mc:Choice>
        <mc:Fallback>
          <p:pic>
            <p:nvPicPr>
              <p:cNvPr id="36" name="Ink 35">
                <a:extLst>
                  <a:ext uri="{FF2B5EF4-FFF2-40B4-BE49-F238E27FC236}">
                    <a16:creationId xmlns:a16="http://schemas.microsoft.com/office/drawing/2014/main" id="{32ADCAC9-703C-D8FF-E00B-1C0140BBF98A}"/>
                  </a:ext>
                </a:extLst>
              </p:cNvPr>
              <p:cNvPicPr/>
              <p:nvPr/>
            </p:nvPicPr>
            <p:blipFill>
              <a:blip r:embed="rId38"/>
              <a:stretch>
                <a:fillRect/>
              </a:stretch>
            </p:blipFill>
            <p:spPr>
              <a:xfrm>
                <a:off x="1242133" y="4191680"/>
                <a:ext cx="1582920" cy="17841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9" name="Ink 38">
                <a:extLst>
                  <a:ext uri="{FF2B5EF4-FFF2-40B4-BE49-F238E27FC236}">
                    <a16:creationId xmlns:a16="http://schemas.microsoft.com/office/drawing/2014/main" id="{6397DB38-2E57-9FF1-158F-F5950027608D}"/>
                  </a:ext>
                </a:extLst>
              </p14:cNvPr>
              <p14:cNvContentPartPr/>
              <p14:nvPr/>
            </p14:nvContentPartPr>
            <p14:xfrm>
              <a:off x="3942361" y="2037988"/>
              <a:ext cx="482400" cy="898920"/>
            </p14:xfrm>
          </p:contentPart>
        </mc:Choice>
        <mc:Fallback>
          <p:pic>
            <p:nvPicPr>
              <p:cNvPr id="39" name="Ink 38">
                <a:extLst>
                  <a:ext uri="{FF2B5EF4-FFF2-40B4-BE49-F238E27FC236}">
                    <a16:creationId xmlns:a16="http://schemas.microsoft.com/office/drawing/2014/main" id="{6397DB38-2E57-9FF1-158F-F5950027608D}"/>
                  </a:ext>
                </a:extLst>
              </p:cNvPr>
              <p:cNvPicPr/>
              <p:nvPr/>
            </p:nvPicPr>
            <p:blipFill>
              <a:blip r:embed="rId40"/>
              <a:stretch>
                <a:fillRect/>
              </a:stretch>
            </p:blipFill>
            <p:spPr>
              <a:xfrm>
                <a:off x="3931921" y="2027188"/>
                <a:ext cx="503640" cy="9201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40" name="Ink 39">
                <a:extLst>
                  <a:ext uri="{FF2B5EF4-FFF2-40B4-BE49-F238E27FC236}">
                    <a16:creationId xmlns:a16="http://schemas.microsoft.com/office/drawing/2014/main" id="{70C3FB01-7738-127E-70BD-4A97C2D3D57A}"/>
                  </a:ext>
                </a:extLst>
              </p14:cNvPr>
              <p14:cNvContentPartPr/>
              <p14:nvPr/>
            </p14:nvContentPartPr>
            <p14:xfrm>
              <a:off x="933841" y="3562040"/>
              <a:ext cx="2497452" cy="2480948"/>
            </p14:xfrm>
          </p:contentPart>
        </mc:Choice>
        <mc:Fallback>
          <p:pic>
            <p:nvPicPr>
              <p:cNvPr id="40" name="Ink 39">
                <a:extLst>
                  <a:ext uri="{FF2B5EF4-FFF2-40B4-BE49-F238E27FC236}">
                    <a16:creationId xmlns:a16="http://schemas.microsoft.com/office/drawing/2014/main" id="{70C3FB01-7738-127E-70BD-4A97C2D3D57A}"/>
                  </a:ext>
                </a:extLst>
              </p:cNvPr>
              <p:cNvPicPr/>
              <p:nvPr/>
            </p:nvPicPr>
            <p:blipFill>
              <a:blip r:embed="rId42"/>
              <a:stretch>
                <a:fillRect/>
              </a:stretch>
            </p:blipFill>
            <p:spPr>
              <a:xfrm>
                <a:off x="919798" y="3551239"/>
                <a:ext cx="2522297" cy="2505790"/>
              </a:xfrm>
              <a:prstGeom prst="rect">
                <a:avLst/>
              </a:prstGeom>
            </p:spPr>
          </p:pic>
        </mc:Fallback>
      </mc:AlternateContent>
    </p:spTree>
    <p:extLst>
      <p:ext uri="{BB962C8B-B14F-4D97-AF65-F5344CB8AC3E}">
        <p14:creationId xmlns:p14="http://schemas.microsoft.com/office/powerpoint/2010/main" val="1278920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Supervised Learning</a:t>
            </a:r>
          </a:p>
        </p:txBody>
      </p:sp>
      <p:sp>
        <p:nvSpPr>
          <p:cNvPr id="3" name="Content Placeholder 2"/>
          <p:cNvSpPr>
            <a:spLocks noGrp="1"/>
          </p:cNvSpPr>
          <p:nvPr>
            <p:ph idx="1"/>
          </p:nvPr>
        </p:nvSpPr>
        <p:spPr/>
        <p:txBody>
          <a:bodyPr/>
          <a:lstStyle/>
          <a:p>
            <a:r>
              <a:rPr lang="en-US" dirty="0"/>
              <a:t>Linear Regression.  (target is a continuous value)</a:t>
            </a:r>
          </a:p>
          <a:p>
            <a:endParaRPr lang="en-US" dirty="0"/>
          </a:p>
          <a:p>
            <a:endParaRPr lang="en-US" dirty="0"/>
          </a:p>
        </p:txBody>
      </p:sp>
      <p:pic>
        <p:nvPicPr>
          <p:cNvPr id="4" name="Picture 3"/>
          <p:cNvPicPr>
            <a:picLocks noChangeAspect="1"/>
          </p:cNvPicPr>
          <p:nvPr/>
        </p:nvPicPr>
        <p:blipFill>
          <a:blip r:embed="rId3"/>
          <a:stretch>
            <a:fillRect/>
          </a:stretch>
        </p:blipFill>
        <p:spPr>
          <a:xfrm>
            <a:off x="2032000" y="1746250"/>
            <a:ext cx="5080000" cy="3365500"/>
          </a:xfrm>
          <a:prstGeom prst="rect">
            <a:avLst/>
          </a:prstGeom>
        </p:spPr>
      </p:pic>
      <p:pic>
        <p:nvPicPr>
          <p:cNvPr id="5" name="Picture 4"/>
          <p:cNvPicPr>
            <a:picLocks noChangeAspect="1"/>
          </p:cNvPicPr>
          <p:nvPr/>
        </p:nvPicPr>
        <p:blipFill>
          <a:blip r:embed="rId4"/>
          <a:stretch>
            <a:fillRect/>
          </a:stretch>
        </p:blipFill>
        <p:spPr>
          <a:xfrm>
            <a:off x="2743200" y="5591048"/>
            <a:ext cx="2362200" cy="406400"/>
          </a:xfrm>
          <a:prstGeom prst="rect">
            <a:avLst/>
          </a:prstGeom>
        </p:spPr>
      </p:pic>
      <p:sp>
        <p:nvSpPr>
          <p:cNvPr id="7" name="TextBox 6"/>
          <p:cNvSpPr txBox="1"/>
          <p:nvPr/>
        </p:nvSpPr>
        <p:spPr>
          <a:xfrm>
            <a:off x="2937637" y="2297151"/>
            <a:ext cx="261610" cy="256673"/>
          </a:xfrm>
          <a:prstGeom prst="rect">
            <a:avLst/>
          </a:prstGeom>
          <a:noFill/>
        </p:spPr>
        <p:txBody>
          <a:bodyPr wrap="none" rtlCol="0">
            <a:spAutoFit/>
          </a:bodyPr>
          <a:lstStyle/>
          <a:p>
            <a:r>
              <a:rPr lang="en-US" dirty="0">
                <a:solidFill>
                  <a:srgbClr val="4D4D4D"/>
                </a:solidFill>
              </a:rPr>
              <a:t>y</a:t>
            </a:r>
          </a:p>
        </p:txBody>
      </p:sp>
      <p:sp>
        <p:nvSpPr>
          <p:cNvPr id="8" name="TextBox 7"/>
          <p:cNvSpPr txBox="1"/>
          <p:nvPr/>
        </p:nvSpPr>
        <p:spPr>
          <a:xfrm>
            <a:off x="5563418" y="5194801"/>
            <a:ext cx="287259" cy="256673"/>
          </a:xfrm>
          <a:prstGeom prst="rect">
            <a:avLst/>
          </a:prstGeom>
          <a:noFill/>
        </p:spPr>
        <p:txBody>
          <a:bodyPr wrap="none" rtlCol="0">
            <a:spAutoFit/>
          </a:bodyPr>
          <a:lstStyle/>
          <a:p>
            <a:r>
              <a:rPr lang="en-US" dirty="0">
                <a:solidFill>
                  <a:srgbClr val="4D4D4D"/>
                </a:solidFill>
              </a:rPr>
              <a:t>X</a:t>
            </a:r>
          </a:p>
        </p:txBody>
      </p:sp>
    </p:spTree>
    <p:extLst>
      <p:ext uri="{BB962C8B-B14F-4D97-AF65-F5344CB8AC3E}">
        <p14:creationId xmlns:p14="http://schemas.microsoft.com/office/powerpoint/2010/main" val="578149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(target is a label)</a:t>
            </a:r>
          </a:p>
        </p:txBody>
      </p:sp>
      <p:sp>
        <p:nvSpPr>
          <p:cNvPr id="3" name="Content Placeholder 2"/>
          <p:cNvSpPr>
            <a:spLocks noGrp="1"/>
          </p:cNvSpPr>
          <p:nvPr>
            <p:ph idx="1"/>
          </p:nvPr>
        </p:nvSpPr>
        <p:spPr/>
        <p:txBody>
          <a:bodyPr/>
          <a:lstStyle/>
          <a:p>
            <a:r>
              <a:rPr lang="en-US" dirty="0"/>
              <a:t>Logistic Regression.  (target is a discrete value)</a:t>
            </a:r>
          </a:p>
          <a:p>
            <a:endParaRPr lang="en-US" dirty="0"/>
          </a:p>
          <a:p>
            <a:endParaRPr lang="en-US" dirty="0"/>
          </a:p>
        </p:txBody>
      </p:sp>
      <p:sp>
        <p:nvSpPr>
          <p:cNvPr id="7" name="TextBox 6"/>
          <p:cNvSpPr txBox="1"/>
          <p:nvPr/>
        </p:nvSpPr>
        <p:spPr>
          <a:xfrm>
            <a:off x="2231394" y="2133600"/>
            <a:ext cx="261610" cy="256673"/>
          </a:xfrm>
          <a:prstGeom prst="rect">
            <a:avLst/>
          </a:prstGeom>
          <a:noFill/>
        </p:spPr>
        <p:txBody>
          <a:bodyPr wrap="none" rtlCol="0">
            <a:spAutoFit/>
          </a:bodyPr>
          <a:lstStyle/>
          <a:p>
            <a:r>
              <a:rPr lang="en-US">
                <a:solidFill>
                  <a:srgbClr val="4D4D4D"/>
                </a:solidFill>
              </a:rPr>
              <a:t>y</a:t>
            </a:r>
            <a:endParaRPr lang="en-US" dirty="0">
              <a:solidFill>
                <a:srgbClr val="4D4D4D"/>
              </a:solidFill>
            </a:endParaRPr>
          </a:p>
        </p:txBody>
      </p:sp>
      <p:pic>
        <p:nvPicPr>
          <p:cNvPr id="9" name="Picture 8"/>
          <p:cNvPicPr>
            <a:picLocks noChangeAspect="1"/>
          </p:cNvPicPr>
          <p:nvPr/>
        </p:nvPicPr>
        <p:blipFill>
          <a:blip r:embed="rId3"/>
          <a:stretch>
            <a:fillRect/>
          </a:stretch>
        </p:blipFill>
        <p:spPr>
          <a:xfrm>
            <a:off x="2464806" y="2390273"/>
            <a:ext cx="4214387" cy="3054121"/>
          </a:xfrm>
          <a:prstGeom prst="rect">
            <a:avLst/>
          </a:prstGeom>
        </p:spPr>
      </p:pic>
      <p:pic>
        <p:nvPicPr>
          <p:cNvPr id="6" name="Picture 5"/>
          <p:cNvPicPr>
            <a:picLocks noChangeAspect="1"/>
          </p:cNvPicPr>
          <p:nvPr/>
        </p:nvPicPr>
        <p:blipFill>
          <a:blip r:embed="rId4"/>
          <a:stretch>
            <a:fillRect/>
          </a:stretch>
        </p:blipFill>
        <p:spPr>
          <a:xfrm>
            <a:off x="1066800" y="5367221"/>
            <a:ext cx="3949700" cy="660400"/>
          </a:xfrm>
          <a:prstGeom prst="rect">
            <a:avLst/>
          </a:prstGeom>
        </p:spPr>
      </p:pic>
      <p:pic>
        <p:nvPicPr>
          <p:cNvPr id="10" name="Picture 9"/>
          <p:cNvPicPr>
            <a:picLocks noChangeAspect="1"/>
          </p:cNvPicPr>
          <p:nvPr/>
        </p:nvPicPr>
        <p:blipFill>
          <a:blip r:embed="rId5"/>
          <a:stretch>
            <a:fillRect/>
          </a:stretch>
        </p:blipFill>
        <p:spPr>
          <a:xfrm>
            <a:off x="5740170" y="5367221"/>
            <a:ext cx="2298700" cy="596900"/>
          </a:xfrm>
          <a:prstGeom prst="rect">
            <a:avLst/>
          </a:prstGeom>
        </p:spPr>
      </p:pic>
      <mc:AlternateContent xmlns:mc="http://schemas.openxmlformats.org/markup-compatibility/2006" xmlns:p14="http://schemas.microsoft.com/office/powerpoint/2010/main">
        <mc:Choice Requires="p14">
          <p:contentPart p14:bwMode="auto" r:id="rId6">
            <p14:nvContentPartPr>
              <p14:cNvPr id="41" name="Ink 40">
                <a:extLst>
                  <a:ext uri="{FF2B5EF4-FFF2-40B4-BE49-F238E27FC236}">
                    <a16:creationId xmlns:a16="http://schemas.microsoft.com/office/drawing/2014/main" id="{84B11F97-93BE-24F4-8C4F-70EFBD6D89AC}"/>
                  </a:ext>
                </a:extLst>
              </p14:cNvPr>
              <p14:cNvContentPartPr/>
              <p14:nvPr/>
            </p14:nvContentPartPr>
            <p14:xfrm>
              <a:off x="2813296" y="4841650"/>
              <a:ext cx="146520" cy="25560"/>
            </p14:xfrm>
          </p:contentPart>
        </mc:Choice>
        <mc:Fallback xmlns="">
          <p:pic>
            <p:nvPicPr>
              <p:cNvPr id="41" name="Ink 40">
                <a:extLst>
                  <a:ext uri="{FF2B5EF4-FFF2-40B4-BE49-F238E27FC236}">
                    <a16:creationId xmlns:a16="http://schemas.microsoft.com/office/drawing/2014/main" id="{84B11F97-93BE-24F4-8C4F-70EFBD6D89AC}"/>
                  </a:ext>
                </a:extLst>
              </p:cNvPr>
              <p:cNvPicPr/>
              <p:nvPr/>
            </p:nvPicPr>
            <p:blipFill>
              <a:blip r:embed="rId45"/>
              <a:stretch>
                <a:fillRect/>
              </a:stretch>
            </p:blipFill>
            <p:spPr>
              <a:xfrm>
                <a:off x="2802496" y="4831210"/>
                <a:ext cx="16776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3" name="Ink 12">
                <a:extLst>
                  <a:ext uri="{FF2B5EF4-FFF2-40B4-BE49-F238E27FC236}">
                    <a16:creationId xmlns:a16="http://schemas.microsoft.com/office/drawing/2014/main" id="{FD8D82E0-CDE2-1371-BF76-56353E5D1462}"/>
                  </a:ext>
                </a:extLst>
              </p14:cNvPr>
              <p14:cNvContentPartPr/>
              <p14:nvPr/>
            </p14:nvContentPartPr>
            <p14:xfrm>
              <a:off x="6735373" y="2728307"/>
              <a:ext cx="1548000" cy="1564200"/>
            </p14:xfrm>
          </p:contentPart>
        </mc:Choice>
        <mc:Fallback>
          <p:pic>
            <p:nvPicPr>
              <p:cNvPr id="13" name="Ink 12">
                <a:extLst>
                  <a:ext uri="{FF2B5EF4-FFF2-40B4-BE49-F238E27FC236}">
                    <a16:creationId xmlns:a16="http://schemas.microsoft.com/office/drawing/2014/main" id="{FD8D82E0-CDE2-1371-BF76-56353E5D1462}"/>
                  </a:ext>
                </a:extLst>
              </p:cNvPr>
              <p:cNvPicPr/>
              <p:nvPr/>
            </p:nvPicPr>
            <p:blipFill>
              <a:blip r:embed="rId47"/>
              <a:stretch>
                <a:fillRect/>
              </a:stretch>
            </p:blipFill>
            <p:spPr>
              <a:xfrm>
                <a:off x="6724933" y="2717867"/>
                <a:ext cx="1569240" cy="15854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4" name="Ink 13">
                <a:extLst>
                  <a:ext uri="{FF2B5EF4-FFF2-40B4-BE49-F238E27FC236}">
                    <a16:creationId xmlns:a16="http://schemas.microsoft.com/office/drawing/2014/main" id="{DFEB06F5-6649-0A6E-5303-85684C2E3206}"/>
                  </a:ext>
                </a:extLst>
              </p14:cNvPr>
              <p14:cNvContentPartPr/>
              <p14:nvPr/>
            </p14:nvContentPartPr>
            <p14:xfrm>
              <a:off x="7602973" y="3784547"/>
              <a:ext cx="169560" cy="178200"/>
            </p14:xfrm>
          </p:contentPart>
        </mc:Choice>
        <mc:Fallback>
          <p:pic>
            <p:nvPicPr>
              <p:cNvPr id="14" name="Ink 13">
                <a:extLst>
                  <a:ext uri="{FF2B5EF4-FFF2-40B4-BE49-F238E27FC236}">
                    <a16:creationId xmlns:a16="http://schemas.microsoft.com/office/drawing/2014/main" id="{DFEB06F5-6649-0A6E-5303-85684C2E3206}"/>
                  </a:ext>
                </a:extLst>
              </p:cNvPr>
              <p:cNvPicPr/>
              <p:nvPr/>
            </p:nvPicPr>
            <p:blipFill>
              <a:blip r:embed="rId49"/>
              <a:stretch>
                <a:fillRect/>
              </a:stretch>
            </p:blipFill>
            <p:spPr>
              <a:xfrm>
                <a:off x="7592173" y="3773747"/>
                <a:ext cx="19080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9" name="Ink 18">
                <a:extLst>
                  <a:ext uri="{FF2B5EF4-FFF2-40B4-BE49-F238E27FC236}">
                    <a16:creationId xmlns:a16="http://schemas.microsoft.com/office/drawing/2014/main" id="{9B3A02CB-96D9-4594-0EC2-582623DC8298}"/>
                  </a:ext>
                </a:extLst>
              </p14:cNvPr>
              <p14:cNvContentPartPr/>
              <p14:nvPr/>
            </p14:nvContentPartPr>
            <p14:xfrm>
              <a:off x="6443053" y="3841787"/>
              <a:ext cx="351720" cy="432360"/>
            </p14:xfrm>
          </p:contentPart>
        </mc:Choice>
        <mc:Fallback>
          <p:pic>
            <p:nvPicPr>
              <p:cNvPr id="19" name="Ink 18">
                <a:extLst>
                  <a:ext uri="{FF2B5EF4-FFF2-40B4-BE49-F238E27FC236}">
                    <a16:creationId xmlns:a16="http://schemas.microsoft.com/office/drawing/2014/main" id="{9B3A02CB-96D9-4594-0EC2-582623DC8298}"/>
                  </a:ext>
                </a:extLst>
              </p:cNvPr>
              <p:cNvPicPr/>
              <p:nvPr/>
            </p:nvPicPr>
            <p:blipFill>
              <a:blip r:embed="rId51"/>
              <a:stretch>
                <a:fillRect/>
              </a:stretch>
            </p:blipFill>
            <p:spPr>
              <a:xfrm>
                <a:off x="6432253" y="3831338"/>
                <a:ext cx="372960" cy="453618"/>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8" name="Ink 27">
                <a:extLst>
                  <a:ext uri="{FF2B5EF4-FFF2-40B4-BE49-F238E27FC236}">
                    <a16:creationId xmlns:a16="http://schemas.microsoft.com/office/drawing/2014/main" id="{D3206352-9155-9F31-0A9B-C834161B214A}"/>
                  </a:ext>
                </a:extLst>
              </p14:cNvPr>
              <p14:cNvContentPartPr/>
              <p14:nvPr/>
            </p14:nvContentPartPr>
            <p14:xfrm>
              <a:off x="4258573" y="3047987"/>
              <a:ext cx="2845440" cy="1295640"/>
            </p14:xfrm>
          </p:contentPart>
        </mc:Choice>
        <mc:Fallback>
          <p:pic>
            <p:nvPicPr>
              <p:cNvPr id="28" name="Ink 27">
                <a:extLst>
                  <a:ext uri="{FF2B5EF4-FFF2-40B4-BE49-F238E27FC236}">
                    <a16:creationId xmlns:a16="http://schemas.microsoft.com/office/drawing/2014/main" id="{D3206352-9155-9F31-0A9B-C834161B214A}"/>
                  </a:ext>
                </a:extLst>
              </p:cNvPr>
              <p:cNvPicPr/>
              <p:nvPr/>
            </p:nvPicPr>
            <p:blipFill>
              <a:blip r:embed="rId53"/>
              <a:stretch>
                <a:fillRect/>
              </a:stretch>
            </p:blipFill>
            <p:spPr>
              <a:xfrm>
                <a:off x="4244171" y="3033587"/>
                <a:ext cx="2870283" cy="13240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Ink 30">
                <a:extLst>
                  <a:ext uri="{FF2B5EF4-FFF2-40B4-BE49-F238E27FC236}">
                    <a16:creationId xmlns:a16="http://schemas.microsoft.com/office/drawing/2014/main" id="{E7BAA0AC-BE6F-C215-E743-DFD62077987E}"/>
                  </a:ext>
                </a:extLst>
              </p14:cNvPr>
              <p14:cNvContentPartPr/>
              <p14:nvPr/>
            </p14:nvContentPartPr>
            <p14:xfrm>
              <a:off x="7509733" y="3623627"/>
              <a:ext cx="542160" cy="643680"/>
            </p14:xfrm>
          </p:contentPart>
        </mc:Choice>
        <mc:Fallback>
          <p:pic>
            <p:nvPicPr>
              <p:cNvPr id="31" name="Ink 30">
                <a:extLst>
                  <a:ext uri="{FF2B5EF4-FFF2-40B4-BE49-F238E27FC236}">
                    <a16:creationId xmlns:a16="http://schemas.microsoft.com/office/drawing/2014/main" id="{E7BAA0AC-BE6F-C215-E743-DFD62077987E}"/>
                  </a:ext>
                </a:extLst>
              </p:cNvPr>
              <p:cNvPicPr/>
              <p:nvPr/>
            </p:nvPicPr>
            <p:blipFill>
              <a:blip r:embed="rId55"/>
              <a:stretch>
                <a:fillRect/>
              </a:stretch>
            </p:blipFill>
            <p:spPr>
              <a:xfrm>
                <a:off x="7495693" y="3609227"/>
                <a:ext cx="570600" cy="6685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6" name="Ink 35">
                <a:extLst>
                  <a:ext uri="{FF2B5EF4-FFF2-40B4-BE49-F238E27FC236}">
                    <a16:creationId xmlns:a16="http://schemas.microsoft.com/office/drawing/2014/main" id="{B1D46F5D-D75B-5A2D-A252-C2E767AE0682}"/>
                  </a:ext>
                </a:extLst>
              </p14:cNvPr>
              <p14:cNvContentPartPr/>
              <p14:nvPr/>
            </p14:nvContentPartPr>
            <p14:xfrm>
              <a:off x="3669973" y="5295827"/>
              <a:ext cx="1727640" cy="977760"/>
            </p14:xfrm>
          </p:contentPart>
        </mc:Choice>
        <mc:Fallback>
          <p:pic>
            <p:nvPicPr>
              <p:cNvPr id="36" name="Ink 35">
                <a:extLst>
                  <a:ext uri="{FF2B5EF4-FFF2-40B4-BE49-F238E27FC236}">
                    <a16:creationId xmlns:a16="http://schemas.microsoft.com/office/drawing/2014/main" id="{B1D46F5D-D75B-5A2D-A252-C2E767AE0682}"/>
                  </a:ext>
                </a:extLst>
              </p:cNvPr>
              <p:cNvPicPr/>
              <p:nvPr/>
            </p:nvPicPr>
            <p:blipFill>
              <a:blip r:embed="rId57"/>
              <a:stretch>
                <a:fillRect/>
              </a:stretch>
            </p:blipFill>
            <p:spPr>
              <a:xfrm>
                <a:off x="3655933" y="5281427"/>
                <a:ext cx="1756080" cy="10062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7" name="Ink 36">
                <a:extLst>
                  <a:ext uri="{FF2B5EF4-FFF2-40B4-BE49-F238E27FC236}">
                    <a16:creationId xmlns:a16="http://schemas.microsoft.com/office/drawing/2014/main" id="{D5E34284-5A53-0DA0-EF4C-77AD85164080}"/>
                  </a:ext>
                </a:extLst>
              </p14:cNvPr>
              <p14:cNvContentPartPr/>
              <p14:nvPr/>
            </p14:nvContentPartPr>
            <p14:xfrm>
              <a:off x="7666333" y="3873467"/>
              <a:ext cx="508320" cy="389880"/>
            </p14:xfrm>
          </p:contentPart>
        </mc:Choice>
        <mc:Fallback>
          <p:pic>
            <p:nvPicPr>
              <p:cNvPr id="37" name="Ink 36">
                <a:extLst>
                  <a:ext uri="{FF2B5EF4-FFF2-40B4-BE49-F238E27FC236}">
                    <a16:creationId xmlns:a16="http://schemas.microsoft.com/office/drawing/2014/main" id="{D5E34284-5A53-0DA0-EF4C-77AD85164080}"/>
                  </a:ext>
                </a:extLst>
              </p:cNvPr>
              <p:cNvPicPr/>
              <p:nvPr/>
            </p:nvPicPr>
            <p:blipFill>
              <a:blip r:embed="rId59"/>
              <a:stretch>
                <a:fillRect/>
              </a:stretch>
            </p:blipFill>
            <p:spPr>
              <a:xfrm>
                <a:off x="7655893" y="3862667"/>
                <a:ext cx="529560" cy="4111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8" name="Ink 37">
                <a:extLst>
                  <a:ext uri="{FF2B5EF4-FFF2-40B4-BE49-F238E27FC236}">
                    <a16:creationId xmlns:a16="http://schemas.microsoft.com/office/drawing/2014/main" id="{F56D92EF-056C-913F-9156-7ECCC95C75F2}"/>
                  </a:ext>
                </a:extLst>
              </p14:cNvPr>
              <p14:cNvContentPartPr/>
              <p14:nvPr/>
            </p14:nvContentPartPr>
            <p14:xfrm>
              <a:off x="2937733" y="4872827"/>
              <a:ext cx="106200" cy="46440"/>
            </p14:xfrm>
          </p:contentPart>
        </mc:Choice>
        <mc:Fallback>
          <p:pic>
            <p:nvPicPr>
              <p:cNvPr id="38" name="Ink 37">
                <a:extLst>
                  <a:ext uri="{FF2B5EF4-FFF2-40B4-BE49-F238E27FC236}">
                    <a16:creationId xmlns:a16="http://schemas.microsoft.com/office/drawing/2014/main" id="{F56D92EF-056C-913F-9156-7ECCC95C75F2}"/>
                  </a:ext>
                </a:extLst>
              </p:cNvPr>
              <p:cNvPicPr/>
              <p:nvPr/>
            </p:nvPicPr>
            <p:blipFill>
              <a:blip r:embed="rId61"/>
              <a:stretch>
                <a:fillRect/>
              </a:stretch>
            </p:blipFill>
            <p:spPr>
              <a:xfrm>
                <a:off x="2923693" y="4858787"/>
                <a:ext cx="134640" cy="74880"/>
              </a:xfrm>
              <a:prstGeom prst="rect">
                <a:avLst/>
              </a:prstGeom>
            </p:spPr>
          </p:pic>
        </mc:Fallback>
      </mc:AlternateContent>
    </p:spTree>
    <p:extLst>
      <p:ext uri="{BB962C8B-B14F-4D97-AF65-F5344CB8AC3E}">
        <p14:creationId xmlns:p14="http://schemas.microsoft.com/office/powerpoint/2010/main" val="16318541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ChangeAspect="1" noChangeArrowheads="1"/>
          </p:cNvPicPr>
          <p:nvPr/>
        </p:nvPicPr>
        <p:blipFill>
          <a:blip r:embed="rId3" cstate="print"/>
          <a:srcRect/>
          <a:stretch>
            <a:fillRect/>
          </a:stretch>
        </p:blipFill>
        <p:spPr bwMode="auto">
          <a:xfrm>
            <a:off x="478360" y="1874610"/>
            <a:ext cx="8162294" cy="4014787"/>
          </a:xfrm>
          <a:prstGeom prst="rect">
            <a:avLst/>
          </a:prstGeom>
          <a:noFill/>
          <a:ln w="9525">
            <a:noFill/>
            <a:miter lim="800000"/>
            <a:headEnd/>
            <a:tailEnd/>
          </a:ln>
        </p:spPr>
      </p:pic>
      <p:sp>
        <p:nvSpPr>
          <p:cNvPr id="2" name="Title 1"/>
          <p:cNvSpPr>
            <a:spLocks noGrp="1"/>
          </p:cNvSpPr>
          <p:nvPr>
            <p:ph type="title"/>
          </p:nvPr>
        </p:nvSpPr>
        <p:spPr>
          <a:xfrm>
            <a:off x="547687" y="78018"/>
            <a:ext cx="8023641" cy="898296"/>
          </a:xfrm>
        </p:spPr>
        <p:txBody>
          <a:bodyPr>
            <a:normAutofit/>
          </a:bodyPr>
          <a:lstStyle/>
          <a:p>
            <a:r>
              <a:rPr lang="en-US" dirty="0"/>
              <a:t>Support Vector Machine </a:t>
            </a:r>
          </a:p>
        </p:txBody>
      </p:sp>
      <mc:AlternateContent xmlns:mc="http://schemas.openxmlformats.org/markup-compatibility/2006" xmlns:a14="http://schemas.microsoft.com/office/drawing/2010/main">
        <mc:Choice Requires="a14">
          <p:sp>
            <p:nvSpPr>
              <p:cNvPr id="8" name="Content Placeholder 7"/>
              <p:cNvSpPr>
                <a:spLocks noGrp="1"/>
              </p:cNvSpPr>
              <p:nvPr>
                <p:ph idx="1"/>
              </p:nvPr>
            </p:nvSpPr>
            <p:spPr>
              <a:xfrm>
                <a:off x="152400" y="976313"/>
                <a:ext cx="8991600" cy="898297"/>
              </a:xfrm>
            </p:spPr>
            <p:txBody>
              <a:bodyPr>
                <a:normAutofit/>
              </a:bodyPr>
              <a:lstStyle/>
              <a:p>
                <a:r>
                  <a:rPr lang="en-US" sz="2000" b="1" dirty="0">
                    <a:solidFill>
                      <a:srgbClr val="0000FF"/>
                    </a:solidFill>
                  </a:rPr>
                  <a:t>To maximize the Margin </a:t>
                </a:r>
                <a14:m>
                  <m:oMath xmlns:m="http://schemas.openxmlformats.org/officeDocument/2006/math">
                    <m:r>
                      <a:rPr lang="en-US" sz="2000" i="1" dirty="0">
                        <a:solidFill>
                          <a:srgbClr val="0000FF"/>
                        </a:solidFill>
                        <a:latin typeface="Cambria Math"/>
                      </a:rPr>
                      <m:t>𝜸</m:t>
                    </m:r>
                  </m:oMath>
                </a14:m>
                <a:r>
                  <a:rPr lang="en-US" sz="2000" b="1" dirty="0">
                    <a:solidFill>
                      <a:srgbClr val="0000FF"/>
                    </a:solidFill>
                  </a:rPr>
                  <a:t>:</a:t>
                </a:r>
                <a:r>
                  <a:rPr lang="en-US" sz="2000" dirty="0"/>
                  <a:t> </a:t>
                </a:r>
                <a:r>
                  <a:rPr lang="en-US" sz="2000" b="1" dirty="0">
                    <a:solidFill>
                      <a:srgbClr val="D60093"/>
                    </a:solidFill>
                  </a:rPr>
                  <a:t>Distance of closest example from  the decision line/hyperplane</a:t>
                </a:r>
                <a:endParaRPr lang="en-US" sz="2000" dirty="0"/>
              </a:p>
            </p:txBody>
          </p:sp>
        </mc:Choice>
        <mc:Fallback xmlns="">
          <p:sp>
            <p:nvSpPr>
              <p:cNvPr id="8" name="Content Placeholder 7"/>
              <p:cNvSpPr>
                <a:spLocks noGrp="1" noRot="1" noChangeAspect="1" noMove="1" noResize="1" noEditPoints="1" noAdjustHandles="1" noChangeArrowheads="1" noChangeShapeType="1" noTextEdit="1"/>
              </p:cNvSpPr>
              <p:nvPr>
                <p:ph idx="1"/>
              </p:nvPr>
            </p:nvSpPr>
            <p:spPr>
              <a:xfrm>
                <a:off x="152400" y="976313"/>
                <a:ext cx="8991600" cy="898297"/>
              </a:xfrm>
              <a:blipFill rotWithShape="0">
                <a:blip r:embed="rId4"/>
                <a:stretch>
                  <a:fillRect l="-678" t="-2703"/>
                </a:stretch>
              </a:blipFill>
            </p:spPr>
            <p:txBody>
              <a:bodyPr/>
              <a:lstStyle/>
              <a:p>
                <a:r>
                  <a:rPr lang="en-US">
                    <a:noFill/>
                  </a:rPr>
                  <a:t> </a:t>
                </a:r>
              </a:p>
            </p:txBody>
          </p:sp>
        </mc:Fallback>
      </mc:AlternateContent>
    </p:spTree>
    <p:extLst>
      <p:ext uri="{BB962C8B-B14F-4D97-AF65-F5344CB8AC3E}">
        <p14:creationId xmlns:p14="http://schemas.microsoft.com/office/powerpoint/2010/main" val="991455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a:xfrm>
            <a:off x="122237" y="144162"/>
            <a:ext cx="9144000" cy="838200"/>
          </a:xfrm>
          <a:noFill/>
        </p:spPr>
        <p:txBody>
          <a:bodyPr lIns="92075" tIns="46038" rIns="92075" bIns="46038">
            <a:normAutofit fontScale="90000"/>
          </a:bodyPr>
          <a:lstStyle/>
          <a:p>
            <a:pPr eaLnBrk="1" hangingPunct="1"/>
            <a:r>
              <a:rPr lang="en-US" dirty="0">
                <a:solidFill>
                  <a:srgbClr val="4D4D4D"/>
                </a:solidFill>
                <a:latin typeface="Berlin Sans FB Demi" charset="0"/>
                <a:ea typeface="MS PGothic" charset="0"/>
              </a:rPr>
              <a:t>Decision Tree Induction: An Example</a:t>
            </a:r>
            <a:endParaRPr lang="en-US" i="1" dirty="0">
              <a:solidFill>
                <a:srgbClr val="4D4D4D"/>
              </a:solidFill>
              <a:latin typeface="Berlin Sans FB Demi" charset="0"/>
              <a:ea typeface="MS PGothic" charset="0"/>
            </a:endParaRPr>
          </a:p>
        </p:txBody>
      </p:sp>
      <p:grpSp>
        <p:nvGrpSpPr>
          <p:cNvPr id="43010" name="Group 63"/>
          <p:cNvGrpSpPr>
            <a:grpSpLocks/>
          </p:cNvGrpSpPr>
          <p:nvPr/>
        </p:nvGrpSpPr>
        <p:grpSpPr bwMode="auto">
          <a:xfrm>
            <a:off x="228600" y="2506362"/>
            <a:ext cx="6130925" cy="3609975"/>
            <a:chOff x="815" y="1152"/>
            <a:chExt cx="3862" cy="2274"/>
          </a:xfrm>
        </p:grpSpPr>
        <p:sp>
          <p:nvSpPr>
            <p:cNvPr id="43014" name="Rectangle 3"/>
            <p:cNvSpPr>
              <a:spLocks noChangeArrowheads="1"/>
            </p:cNvSpPr>
            <p:nvPr/>
          </p:nvSpPr>
          <p:spPr bwMode="auto">
            <a:xfrm>
              <a:off x="2477" y="1152"/>
              <a:ext cx="296" cy="162"/>
            </a:xfrm>
            <a:prstGeom prst="rect">
              <a:avLst/>
            </a:prstGeom>
            <a:solidFill>
              <a:srgbClr val="00CCFF"/>
            </a:solidFill>
            <a:ln w="12700">
              <a:solidFill>
                <a:schemeClr val="tx1"/>
              </a:solidFill>
              <a:miter lim="800000"/>
              <a:headEnd/>
              <a:tailEnd/>
            </a:ln>
          </p:spPr>
          <p:txBody>
            <a:bodyPr wrap="none" lIns="92075" tIns="46038" rIns="92075" bIns="46038">
              <a:spAutoFit/>
            </a:bodyPr>
            <a:lstStyle/>
            <a:p>
              <a:pPr algn="ctr"/>
              <a:r>
                <a:rPr lang="en-US">
                  <a:solidFill>
                    <a:srgbClr val="4D4D4D"/>
                  </a:solidFill>
                  <a:latin typeface="Times New Roman" charset="0"/>
                </a:rPr>
                <a:t>age?</a:t>
              </a:r>
            </a:p>
          </p:txBody>
        </p:sp>
        <p:sp>
          <p:nvSpPr>
            <p:cNvPr id="43015" name="Rectangle 4"/>
            <p:cNvSpPr>
              <a:spLocks noChangeArrowheads="1"/>
            </p:cNvSpPr>
            <p:nvPr/>
          </p:nvSpPr>
          <p:spPr bwMode="auto">
            <a:xfrm>
              <a:off x="2402" y="1766"/>
              <a:ext cx="441" cy="1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2075" tIns="46038" rIns="92075" bIns="46038">
              <a:spAutoFit/>
            </a:bodyPr>
            <a:lstStyle/>
            <a:p>
              <a:pPr algn="ctr"/>
              <a:r>
                <a:rPr lang="en-US">
                  <a:solidFill>
                    <a:srgbClr val="4D4D4D"/>
                  </a:solidFill>
                  <a:latin typeface="Times New Roman" charset="0"/>
                </a:rPr>
                <a:t>overcast</a:t>
              </a:r>
            </a:p>
          </p:txBody>
        </p:sp>
        <p:sp>
          <p:nvSpPr>
            <p:cNvPr id="43016" name="Rectangle 5"/>
            <p:cNvSpPr>
              <a:spLocks noChangeArrowheads="1"/>
            </p:cNvSpPr>
            <p:nvPr/>
          </p:nvSpPr>
          <p:spPr bwMode="auto">
            <a:xfrm>
              <a:off x="1390" y="2342"/>
              <a:ext cx="441" cy="162"/>
            </a:xfrm>
            <a:prstGeom prst="rect">
              <a:avLst/>
            </a:prstGeom>
            <a:solidFill>
              <a:srgbClr val="00FFCC"/>
            </a:solidFill>
            <a:ln w="12700">
              <a:solidFill>
                <a:schemeClr val="tx1"/>
              </a:solidFill>
              <a:miter lim="800000"/>
              <a:headEnd/>
              <a:tailEnd/>
            </a:ln>
          </p:spPr>
          <p:txBody>
            <a:bodyPr wrap="none" lIns="92075" tIns="46038" rIns="92075" bIns="46038">
              <a:spAutoFit/>
            </a:bodyPr>
            <a:lstStyle/>
            <a:p>
              <a:pPr algn="ctr"/>
              <a:r>
                <a:rPr lang="en-US" dirty="0">
                  <a:solidFill>
                    <a:srgbClr val="4D4D4D"/>
                  </a:solidFill>
                  <a:latin typeface="Times New Roman" charset="0"/>
                </a:rPr>
                <a:t>student?</a:t>
              </a:r>
            </a:p>
          </p:txBody>
        </p:sp>
        <p:sp>
          <p:nvSpPr>
            <p:cNvPr id="43017" name="Rectangle 6"/>
            <p:cNvSpPr>
              <a:spLocks noChangeArrowheads="1"/>
            </p:cNvSpPr>
            <p:nvPr/>
          </p:nvSpPr>
          <p:spPr bwMode="auto">
            <a:xfrm>
              <a:off x="3373" y="2358"/>
              <a:ext cx="634" cy="162"/>
            </a:xfrm>
            <a:prstGeom prst="rect">
              <a:avLst/>
            </a:prstGeom>
            <a:solidFill>
              <a:srgbClr val="99CCFF"/>
            </a:solidFill>
            <a:ln w="12700">
              <a:solidFill>
                <a:schemeClr val="tx1"/>
              </a:solidFill>
              <a:miter lim="800000"/>
              <a:headEnd/>
              <a:tailEnd/>
            </a:ln>
          </p:spPr>
          <p:txBody>
            <a:bodyPr wrap="none" lIns="92075" tIns="46038" rIns="92075" bIns="46038">
              <a:spAutoFit/>
            </a:bodyPr>
            <a:lstStyle/>
            <a:p>
              <a:pPr algn="ctr"/>
              <a:r>
                <a:rPr lang="en-US">
                  <a:solidFill>
                    <a:srgbClr val="4D4D4D"/>
                  </a:solidFill>
                  <a:latin typeface="Times New Roman" charset="0"/>
                </a:rPr>
                <a:t>credit rating?</a:t>
              </a:r>
            </a:p>
          </p:txBody>
        </p:sp>
        <p:sp>
          <p:nvSpPr>
            <p:cNvPr id="43018" name="Line 11"/>
            <p:cNvSpPr>
              <a:spLocks noChangeShapeType="1"/>
            </p:cNvSpPr>
            <p:nvPr/>
          </p:nvSpPr>
          <p:spPr bwMode="auto">
            <a:xfrm flipH="1">
              <a:off x="1619" y="1462"/>
              <a:ext cx="625" cy="834"/>
            </a:xfrm>
            <a:prstGeom prst="line">
              <a:avLst/>
            </a:prstGeom>
            <a:noFill/>
            <a:ln w="12700">
              <a:solidFill>
                <a:srgbClr val="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solidFill>
                  <a:srgbClr val="4D4D4D"/>
                </a:solidFill>
              </a:endParaRPr>
            </a:p>
          </p:txBody>
        </p:sp>
        <p:sp>
          <p:nvSpPr>
            <p:cNvPr id="43019" name="Line 12"/>
            <p:cNvSpPr>
              <a:spLocks noChangeShapeType="1"/>
            </p:cNvSpPr>
            <p:nvPr/>
          </p:nvSpPr>
          <p:spPr bwMode="auto">
            <a:xfrm flipH="1">
              <a:off x="2622" y="1491"/>
              <a:ext cx="1" cy="344"/>
            </a:xfrm>
            <a:prstGeom prst="line">
              <a:avLst/>
            </a:prstGeom>
            <a:noFill/>
            <a:ln w="12700">
              <a:solidFill>
                <a:srgbClr val="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solidFill>
                  <a:srgbClr val="4D4D4D"/>
                </a:solidFill>
              </a:endParaRPr>
            </a:p>
          </p:txBody>
        </p:sp>
        <p:sp>
          <p:nvSpPr>
            <p:cNvPr id="43020" name="Line 13"/>
            <p:cNvSpPr>
              <a:spLocks noChangeShapeType="1"/>
            </p:cNvSpPr>
            <p:nvPr/>
          </p:nvSpPr>
          <p:spPr bwMode="auto">
            <a:xfrm>
              <a:off x="2928" y="1440"/>
              <a:ext cx="892" cy="864"/>
            </a:xfrm>
            <a:prstGeom prst="line">
              <a:avLst/>
            </a:prstGeom>
            <a:noFill/>
            <a:ln w="12700">
              <a:solidFill>
                <a:srgbClr val="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solidFill>
                  <a:srgbClr val="4D4D4D"/>
                </a:solidFill>
              </a:endParaRPr>
            </a:p>
          </p:txBody>
        </p:sp>
        <p:sp>
          <p:nvSpPr>
            <p:cNvPr id="43021" name="Rectangle 14"/>
            <p:cNvSpPr>
              <a:spLocks noChangeArrowheads="1"/>
            </p:cNvSpPr>
            <p:nvPr/>
          </p:nvSpPr>
          <p:spPr bwMode="auto">
            <a:xfrm>
              <a:off x="1617" y="1730"/>
              <a:ext cx="325" cy="162"/>
            </a:xfrm>
            <a:prstGeom prst="rect">
              <a:avLst/>
            </a:prstGeom>
            <a:solidFill>
              <a:srgbClr val="FFFF00"/>
            </a:solidFill>
            <a:ln w="12700">
              <a:solidFill>
                <a:schemeClr val="bg1"/>
              </a:solidFill>
              <a:miter lim="800000"/>
              <a:headEnd/>
              <a:tailEnd/>
            </a:ln>
          </p:spPr>
          <p:txBody>
            <a:bodyPr wrap="none" lIns="92075" tIns="46038" rIns="92075" bIns="46038">
              <a:spAutoFit/>
            </a:bodyPr>
            <a:lstStyle/>
            <a:p>
              <a:pPr algn="ctr"/>
              <a:r>
                <a:rPr lang="en-US" b="1">
                  <a:solidFill>
                    <a:srgbClr val="4D4D4D"/>
                  </a:solidFill>
                  <a:latin typeface="Times New Roman" charset="0"/>
                </a:rPr>
                <a:t>&lt;=30</a:t>
              </a:r>
              <a:endParaRPr lang="en-US">
                <a:solidFill>
                  <a:srgbClr val="4D4D4D"/>
                </a:solidFill>
                <a:latin typeface="Times New Roman" charset="0"/>
              </a:endParaRPr>
            </a:p>
          </p:txBody>
        </p:sp>
        <p:sp>
          <p:nvSpPr>
            <p:cNvPr id="43022" name="Rectangle 15"/>
            <p:cNvSpPr>
              <a:spLocks noChangeArrowheads="1"/>
            </p:cNvSpPr>
            <p:nvPr/>
          </p:nvSpPr>
          <p:spPr bwMode="auto">
            <a:xfrm>
              <a:off x="3438" y="1804"/>
              <a:ext cx="270" cy="162"/>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2075" tIns="46038" rIns="92075" bIns="46038">
              <a:spAutoFit/>
            </a:bodyPr>
            <a:lstStyle/>
            <a:p>
              <a:pPr algn="ctr"/>
              <a:r>
                <a:rPr lang="en-US" b="1">
                  <a:solidFill>
                    <a:srgbClr val="4D4D4D"/>
                  </a:solidFill>
                  <a:latin typeface="Times New Roman" charset="0"/>
                </a:rPr>
                <a:t>&gt;40</a:t>
              </a:r>
              <a:endParaRPr lang="en-US">
                <a:solidFill>
                  <a:srgbClr val="4D4D4D"/>
                </a:solidFill>
                <a:latin typeface="Times New Roman" charset="0"/>
              </a:endParaRPr>
            </a:p>
          </p:txBody>
        </p:sp>
        <p:sp>
          <p:nvSpPr>
            <p:cNvPr id="43023" name="Line 16"/>
            <p:cNvSpPr>
              <a:spLocks noChangeShapeType="1"/>
            </p:cNvSpPr>
            <p:nvPr/>
          </p:nvSpPr>
          <p:spPr bwMode="auto">
            <a:xfrm flipH="1">
              <a:off x="960" y="2640"/>
              <a:ext cx="528" cy="624"/>
            </a:xfrm>
            <a:prstGeom prst="line">
              <a:avLst/>
            </a:prstGeom>
            <a:noFill/>
            <a:ln w="12700">
              <a:solidFill>
                <a:srgbClr val="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solidFill>
                  <a:srgbClr val="4D4D4D"/>
                </a:solidFill>
              </a:endParaRPr>
            </a:p>
          </p:txBody>
        </p:sp>
        <p:sp>
          <p:nvSpPr>
            <p:cNvPr id="43024" name="Line 17"/>
            <p:cNvSpPr>
              <a:spLocks noChangeShapeType="1"/>
            </p:cNvSpPr>
            <p:nvPr/>
          </p:nvSpPr>
          <p:spPr bwMode="auto">
            <a:xfrm>
              <a:off x="1728" y="2640"/>
              <a:ext cx="480" cy="624"/>
            </a:xfrm>
            <a:prstGeom prst="line">
              <a:avLst/>
            </a:prstGeom>
            <a:noFill/>
            <a:ln w="12700">
              <a:solidFill>
                <a:srgbClr val="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solidFill>
                  <a:srgbClr val="4D4D4D"/>
                </a:solidFill>
              </a:endParaRPr>
            </a:p>
          </p:txBody>
        </p:sp>
        <p:sp>
          <p:nvSpPr>
            <p:cNvPr id="43025" name="Line 18"/>
            <p:cNvSpPr>
              <a:spLocks noChangeShapeType="1"/>
            </p:cNvSpPr>
            <p:nvPr/>
          </p:nvSpPr>
          <p:spPr bwMode="auto">
            <a:xfrm flipH="1">
              <a:off x="3360" y="2640"/>
              <a:ext cx="480" cy="576"/>
            </a:xfrm>
            <a:prstGeom prst="line">
              <a:avLst/>
            </a:prstGeom>
            <a:noFill/>
            <a:ln w="12700">
              <a:solidFill>
                <a:srgbClr val="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solidFill>
                  <a:srgbClr val="4D4D4D"/>
                </a:solidFill>
              </a:endParaRPr>
            </a:p>
          </p:txBody>
        </p:sp>
        <p:sp>
          <p:nvSpPr>
            <p:cNvPr id="43026" name="Line 19"/>
            <p:cNvSpPr>
              <a:spLocks noChangeShapeType="1"/>
            </p:cNvSpPr>
            <p:nvPr/>
          </p:nvSpPr>
          <p:spPr bwMode="auto">
            <a:xfrm>
              <a:off x="4128" y="2640"/>
              <a:ext cx="432" cy="576"/>
            </a:xfrm>
            <a:prstGeom prst="line">
              <a:avLst/>
            </a:prstGeom>
            <a:noFill/>
            <a:ln w="12700">
              <a:solidFill>
                <a:srgbClr val="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solidFill>
                  <a:srgbClr val="4D4D4D"/>
                </a:solidFill>
              </a:endParaRPr>
            </a:p>
          </p:txBody>
        </p:sp>
        <p:sp>
          <p:nvSpPr>
            <p:cNvPr id="43027" name="Line 24"/>
            <p:cNvSpPr>
              <a:spLocks noChangeShapeType="1"/>
            </p:cNvSpPr>
            <p:nvPr/>
          </p:nvSpPr>
          <p:spPr bwMode="auto">
            <a:xfrm>
              <a:off x="2623" y="2029"/>
              <a:ext cx="0" cy="277"/>
            </a:xfrm>
            <a:prstGeom prst="line">
              <a:avLst/>
            </a:prstGeom>
            <a:noFill/>
            <a:ln w="12700">
              <a:solidFill>
                <a:srgbClr val="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solidFill>
                  <a:srgbClr val="4D4D4D"/>
                </a:solidFill>
              </a:endParaRPr>
            </a:p>
          </p:txBody>
        </p:sp>
        <p:sp>
          <p:nvSpPr>
            <p:cNvPr id="43028" name="Rectangle 25"/>
            <p:cNvSpPr>
              <a:spLocks noChangeArrowheads="1"/>
            </p:cNvSpPr>
            <p:nvPr/>
          </p:nvSpPr>
          <p:spPr bwMode="auto">
            <a:xfrm>
              <a:off x="815" y="3264"/>
              <a:ext cx="214" cy="162"/>
            </a:xfrm>
            <a:prstGeom prst="rect">
              <a:avLst/>
            </a:prstGeom>
            <a:solidFill>
              <a:srgbClr val="FFCC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2075" tIns="46038" rIns="92075" bIns="46038">
              <a:spAutoFit/>
            </a:bodyPr>
            <a:lstStyle/>
            <a:p>
              <a:pPr algn="ctr"/>
              <a:r>
                <a:rPr lang="en-US">
                  <a:solidFill>
                    <a:srgbClr val="4D4D4D"/>
                  </a:solidFill>
                  <a:latin typeface="Times New Roman" charset="0"/>
                </a:rPr>
                <a:t>no</a:t>
              </a:r>
            </a:p>
          </p:txBody>
        </p:sp>
        <p:sp>
          <p:nvSpPr>
            <p:cNvPr id="43029" name="Rectangle 27"/>
            <p:cNvSpPr>
              <a:spLocks noChangeArrowheads="1"/>
            </p:cNvSpPr>
            <p:nvPr/>
          </p:nvSpPr>
          <p:spPr bwMode="auto">
            <a:xfrm>
              <a:off x="2091" y="3264"/>
              <a:ext cx="246" cy="162"/>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2075" tIns="46038" rIns="92075" bIns="46038">
              <a:spAutoFit/>
            </a:bodyPr>
            <a:lstStyle/>
            <a:p>
              <a:pPr algn="ctr"/>
              <a:r>
                <a:rPr lang="en-US">
                  <a:solidFill>
                    <a:srgbClr val="4D4D4D"/>
                  </a:solidFill>
                  <a:latin typeface="Times New Roman" charset="0"/>
                </a:rPr>
                <a:t>yes</a:t>
              </a:r>
            </a:p>
          </p:txBody>
        </p:sp>
        <p:sp>
          <p:nvSpPr>
            <p:cNvPr id="43030" name="Rectangle 28"/>
            <p:cNvSpPr>
              <a:spLocks noChangeArrowheads="1"/>
            </p:cNvSpPr>
            <p:nvPr/>
          </p:nvSpPr>
          <p:spPr bwMode="auto">
            <a:xfrm>
              <a:off x="4431" y="3216"/>
              <a:ext cx="246" cy="162"/>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2075" tIns="46038" rIns="92075" bIns="46038">
              <a:spAutoFit/>
            </a:bodyPr>
            <a:lstStyle/>
            <a:p>
              <a:pPr algn="ctr"/>
              <a:r>
                <a:rPr lang="en-US">
                  <a:solidFill>
                    <a:srgbClr val="4D4D4D"/>
                  </a:solidFill>
                  <a:latin typeface="Times New Roman" charset="0"/>
                </a:rPr>
                <a:t>yes</a:t>
              </a:r>
            </a:p>
          </p:txBody>
        </p:sp>
        <p:sp>
          <p:nvSpPr>
            <p:cNvPr id="43031" name="Rectangle 29"/>
            <p:cNvSpPr>
              <a:spLocks noChangeArrowheads="1"/>
            </p:cNvSpPr>
            <p:nvPr/>
          </p:nvSpPr>
          <p:spPr bwMode="auto">
            <a:xfrm>
              <a:off x="2500" y="2344"/>
              <a:ext cx="246" cy="162"/>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2075" tIns="46038" rIns="92075" bIns="46038">
              <a:spAutoFit/>
            </a:bodyPr>
            <a:lstStyle/>
            <a:p>
              <a:pPr algn="ctr"/>
              <a:r>
                <a:rPr lang="en-US">
                  <a:solidFill>
                    <a:srgbClr val="4D4D4D"/>
                  </a:solidFill>
                  <a:latin typeface="Times New Roman" charset="0"/>
                </a:rPr>
                <a:t>yes</a:t>
              </a:r>
            </a:p>
          </p:txBody>
        </p:sp>
        <p:sp>
          <p:nvSpPr>
            <p:cNvPr id="43032" name="Rectangle 30"/>
            <p:cNvSpPr>
              <a:spLocks noChangeArrowheads="1"/>
            </p:cNvSpPr>
            <p:nvPr/>
          </p:nvSpPr>
          <p:spPr bwMode="auto">
            <a:xfrm>
              <a:off x="2256" y="1824"/>
              <a:ext cx="672" cy="192"/>
            </a:xfrm>
            <a:prstGeom prst="rect">
              <a:avLst/>
            </a:prstGeom>
            <a:solidFill>
              <a:srgbClr val="FFFF00"/>
            </a:solidFill>
            <a:ln>
              <a:noFill/>
            </a:ln>
            <a:extLs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nchor="ctr"/>
            <a:lstStyle/>
            <a:p>
              <a:pPr algn="ctr"/>
              <a:r>
                <a:rPr lang="en-US" sz="2000" b="1">
                  <a:solidFill>
                    <a:srgbClr val="4D4D4D"/>
                  </a:solidFill>
                  <a:latin typeface="Times New Roman" charset="0"/>
                </a:rPr>
                <a:t>31..40</a:t>
              </a:r>
              <a:endParaRPr lang="en-US">
                <a:solidFill>
                  <a:srgbClr val="4D4D4D"/>
                </a:solidFill>
                <a:latin typeface="Times New Roman" charset="0"/>
              </a:endParaRPr>
            </a:p>
          </p:txBody>
        </p:sp>
        <p:sp>
          <p:nvSpPr>
            <p:cNvPr id="43033" name="Rectangle 62"/>
            <p:cNvSpPr>
              <a:spLocks noChangeArrowheads="1"/>
            </p:cNvSpPr>
            <p:nvPr/>
          </p:nvSpPr>
          <p:spPr bwMode="auto">
            <a:xfrm>
              <a:off x="3215" y="3216"/>
              <a:ext cx="214" cy="162"/>
            </a:xfrm>
            <a:prstGeom prst="rect">
              <a:avLst/>
            </a:prstGeom>
            <a:solidFill>
              <a:srgbClr val="FFCC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2075" tIns="46038" rIns="92075" bIns="46038">
              <a:spAutoFit/>
            </a:bodyPr>
            <a:lstStyle/>
            <a:p>
              <a:pPr algn="ctr"/>
              <a:r>
                <a:rPr lang="en-US">
                  <a:solidFill>
                    <a:srgbClr val="4D4D4D"/>
                  </a:solidFill>
                  <a:latin typeface="Times New Roman" charset="0"/>
                </a:rPr>
                <a:t>no</a:t>
              </a:r>
            </a:p>
          </p:txBody>
        </p:sp>
        <p:sp>
          <p:nvSpPr>
            <p:cNvPr id="43034" name="Rectangle 9"/>
            <p:cNvSpPr>
              <a:spLocks noChangeArrowheads="1"/>
            </p:cNvSpPr>
            <p:nvPr/>
          </p:nvSpPr>
          <p:spPr bwMode="auto">
            <a:xfrm>
              <a:off x="4241" y="2784"/>
              <a:ext cx="252" cy="162"/>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2075" tIns="46038" rIns="92075" bIns="46038">
              <a:spAutoFit/>
            </a:bodyPr>
            <a:lstStyle/>
            <a:p>
              <a:pPr algn="ctr"/>
              <a:r>
                <a:rPr lang="en-US">
                  <a:solidFill>
                    <a:srgbClr val="4D4D4D"/>
                  </a:solidFill>
                  <a:latin typeface="Times New Roman" charset="0"/>
                </a:rPr>
                <a:t>fair</a:t>
              </a:r>
            </a:p>
          </p:txBody>
        </p:sp>
        <p:sp>
          <p:nvSpPr>
            <p:cNvPr id="43035" name="Rectangle 10"/>
            <p:cNvSpPr>
              <a:spLocks noChangeArrowheads="1"/>
            </p:cNvSpPr>
            <p:nvPr/>
          </p:nvSpPr>
          <p:spPr bwMode="auto">
            <a:xfrm>
              <a:off x="3241" y="2784"/>
              <a:ext cx="470" cy="162"/>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2075" tIns="46038" rIns="92075" bIns="46038">
              <a:spAutoFit/>
            </a:bodyPr>
            <a:lstStyle/>
            <a:p>
              <a:pPr algn="ctr"/>
              <a:r>
                <a:rPr lang="en-US">
                  <a:solidFill>
                    <a:srgbClr val="4D4D4D"/>
                  </a:solidFill>
                  <a:latin typeface="Times New Roman" charset="0"/>
                </a:rPr>
                <a:t>excellent</a:t>
              </a:r>
            </a:p>
          </p:txBody>
        </p:sp>
        <p:sp>
          <p:nvSpPr>
            <p:cNvPr id="43036" name="Rectangle 8"/>
            <p:cNvSpPr>
              <a:spLocks noChangeArrowheads="1"/>
            </p:cNvSpPr>
            <p:nvPr/>
          </p:nvSpPr>
          <p:spPr bwMode="auto">
            <a:xfrm>
              <a:off x="1935" y="2832"/>
              <a:ext cx="246" cy="162"/>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2075" tIns="46038" rIns="92075" bIns="46038">
              <a:spAutoFit/>
            </a:bodyPr>
            <a:lstStyle/>
            <a:p>
              <a:pPr algn="ctr"/>
              <a:r>
                <a:rPr lang="en-US">
                  <a:solidFill>
                    <a:srgbClr val="4D4D4D"/>
                  </a:solidFill>
                  <a:latin typeface="Times New Roman" charset="0"/>
                </a:rPr>
                <a:t>yes</a:t>
              </a:r>
            </a:p>
          </p:txBody>
        </p:sp>
        <p:sp>
          <p:nvSpPr>
            <p:cNvPr id="43037" name="Rectangle 7"/>
            <p:cNvSpPr>
              <a:spLocks noChangeArrowheads="1"/>
            </p:cNvSpPr>
            <p:nvPr/>
          </p:nvSpPr>
          <p:spPr bwMode="auto">
            <a:xfrm>
              <a:off x="960" y="2832"/>
              <a:ext cx="432" cy="162"/>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p>
              <a:pPr algn="ctr"/>
              <a:r>
                <a:rPr lang="en-US">
                  <a:solidFill>
                    <a:srgbClr val="4D4D4D"/>
                  </a:solidFill>
                  <a:latin typeface="Times New Roman" charset="0"/>
                </a:rPr>
                <a:t>no</a:t>
              </a:r>
            </a:p>
          </p:txBody>
        </p:sp>
      </p:grpSp>
      <p:graphicFrame>
        <p:nvGraphicFramePr>
          <p:cNvPr id="43011" name="Object 1024"/>
          <p:cNvGraphicFramePr>
            <a:graphicFrameLocks/>
          </p:cNvGraphicFramePr>
          <p:nvPr/>
        </p:nvGraphicFramePr>
        <p:xfrm>
          <a:off x="5137150" y="1007762"/>
          <a:ext cx="3951287" cy="3429000"/>
        </p:xfrm>
        <a:graphic>
          <a:graphicData uri="http://schemas.openxmlformats.org/presentationml/2006/ole">
            <mc:AlternateContent xmlns:mc="http://schemas.openxmlformats.org/markup-compatibility/2006">
              <mc:Choice xmlns:v="urn:schemas-microsoft-com:vml" Requires="v">
                <p:oleObj name="Worksheet" r:id="rId3" imgW="5778500" imgH="4470400" progId="Excel.Sheet.8">
                  <p:embed/>
                </p:oleObj>
              </mc:Choice>
              <mc:Fallback>
                <p:oleObj name="Worksheet" r:id="rId3" imgW="5778500" imgH="4470400" progId="Excel.Sheet.8">
                  <p:embed/>
                  <p:pic>
                    <p:nvPicPr>
                      <p:cNvPr id="43011"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7150" y="1007762"/>
                        <a:ext cx="3951287" cy="3429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43012" name="Rectangle 1"/>
          <p:cNvSpPr>
            <a:spLocks noChangeArrowheads="1"/>
          </p:cNvSpPr>
          <p:nvPr/>
        </p:nvSpPr>
        <p:spPr bwMode="auto">
          <a:xfrm>
            <a:off x="161131" y="1153531"/>
            <a:ext cx="5173663" cy="10371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285750" indent="-285750" algn="l">
              <a:buClr>
                <a:srgbClr val="170981"/>
              </a:buClr>
              <a:buSzPct val="75000"/>
              <a:buFont typeface="Arial" charset="0"/>
              <a:buChar char="•"/>
            </a:pPr>
            <a:r>
              <a:rPr lang="en-US" sz="1800" dirty="0">
                <a:solidFill>
                  <a:srgbClr val="4D4D4D"/>
                </a:solidFill>
                <a:latin typeface="Calibri" charset="0"/>
              </a:rPr>
              <a:t>Training data set: </a:t>
            </a:r>
            <a:r>
              <a:rPr lang="en-US" sz="1800" dirty="0" err="1">
                <a:solidFill>
                  <a:srgbClr val="4D4D4D"/>
                </a:solidFill>
                <a:latin typeface="Calibri" charset="0"/>
              </a:rPr>
              <a:t>Buys_computer</a:t>
            </a:r>
            <a:endParaRPr lang="en-US" sz="1800" dirty="0">
              <a:solidFill>
                <a:srgbClr val="4D4D4D"/>
              </a:solidFill>
              <a:latin typeface="Calibri" charset="0"/>
            </a:endParaRPr>
          </a:p>
          <a:p>
            <a:pPr marL="285750" indent="-285750" algn="l">
              <a:buClr>
                <a:srgbClr val="170981"/>
              </a:buClr>
              <a:buSzPct val="75000"/>
              <a:buFont typeface="Arial" charset="0"/>
              <a:buChar char="•"/>
            </a:pPr>
            <a:r>
              <a:rPr lang="en-US" sz="1800" dirty="0">
                <a:solidFill>
                  <a:srgbClr val="4D4D4D"/>
                </a:solidFill>
                <a:latin typeface="Calibri" charset="0"/>
              </a:rPr>
              <a:t>The data set follows an example </a:t>
            </a:r>
            <a:r>
              <a:rPr lang="en-US" altLang="ja-JP" sz="1800" dirty="0">
                <a:solidFill>
                  <a:srgbClr val="4D4D4D"/>
                </a:solidFill>
                <a:latin typeface="Calibri" charset="0"/>
              </a:rPr>
              <a:t>ID3</a:t>
            </a:r>
          </a:p>
          <a:p>
            <a:pPr marL="285750" indent="-285750" algn="l">
              <a:buClr>
                <a:srgbClr val="170981"/>
              </a:buClr>
              <a:buSzPct val="75000"/>
              <a:buFont typeface="Arial" charset="0"/>
              <a:buChar char="•"/>
            </a:pPr>
            <a:r>
              <a:rPr lang="en-US" sz="1800" dirty="0">
                <a:solidFill>
                  <a:srgbClr val="4D4D4D"/>
                </a:solidFill>
                <a:latin typeface="Calibri" charset="0"/>
              </a:rPr>
              <a:t>Resulting tree:</a:t>
            </a:r>
          </a:p>
        </p:txBody>
      </p:sp>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F57EB966-4D95-9EA7-632A-9B0603DA628E}"/>
                  </a:ext>
                </a:extLst>
              </p14:cNvPr>
              <p14:cNvContentPartPr/>
              <p14:nvPr/>
            </p14:nvContentPartPr>
            <p14:xfrm>
              <a:off x="2276896" y="5917196"/>
              <a:ext cx="417960" cy="470520"/>
            </p14:xfrm>
          </p:contentPart>
        </mc:Choice>
        <mc:Fallback xmlns="">
          <p:pic>
            <p:nvPicPr>
              <p:cNvPr id="10" name="Ink 9">
                <a:extLst>
                  <a:ext uri="{FF2B5EF4-FFF2-40B4-BE49-F238E27FC236}">
                    <a16:creationId xmlns:a16="http://schemas.microsoft.com/office/drawing/2014/main" id="{F57EB966-4D95-9EA7-632A-9B0603DA628E}"/>
                  </a:ext>
                </a:extLst>
              </p:cNvPr>
              <p:cNvPicPr/>
              <p:nvPr/>
            </p:nvPicPr>
            <p:blipFill>
              <a:blip r:embed="rId14"/>
              <a:stretch>
                <a:fillRect/>
              </a:stretch>
            </p:blipFill>
            <p:spPr>
              <a:xfrm>
                <a:off x="2266096" y="5906756"/>
                <a:ext cx="439200" cy="491760"/>
              </a:xfrm>
              <a:prstGeom prst="rect">
                <a:avLst/>
              </a:prstGeom>
            </p:spPr>
          </p:pic>
        </mc:Fallback>
      </mc:AlternateContent>
    </p:spTree>
    <p:extLst>
      <p:ext uri="{BB962C8B-B14F-4D97-AF65-F5344CB8AC3E}">
        <p14:creationId xmlns:p14="http://schemas.microsoft.com/office/powerpoint/2010/main" val="1301446418"/>
      </p:ext>
    </p:extLst>
  </p:cSld>
  <p:clrMapOvr>
    <a:masterClrMapping/>
  </p:clrMapOvr>
  <p:transition spd="slow" advTm="301161"/>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1" descr="05fig03"/>
          <p:cNvPicPr>
            <a:picLocks noRot="1" noChangeAspect="1" noMove="1" noResize="1"/>
          </p:cNvPicPr>
          <p:nvPr isPhoto="1"/>
        </p:nvPicPr>
        <p:blipFill>
          <a:blip r:embed="rId3">
            <a:extLst>
              <a:ext uri="{28A0092B-C50C-407E-A947-70E740481C1C}">
                <a14:useLocalDpi xmlns:a14="http://schemas.microsoft.com/office/drawing/2010/main" val="0"/>
              </a:ext>
            </a:extLst>
          </a:blip>
          <a:srcRect/>
          <a:stretch>
            <a:fillRect/>
          </a:stretch>
        </p:blipFill>
        <p:spPr bwMode="auto">
          <a:xfrm>
            <a:off x="723900" y="1099880"/>
            <a:ext cx="7772400" cy="263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28650" y="365127"/>
            <a:ext cx="7886700" cy="675654"/>
          </a:xfrm>
        </p:spPr>
        <p:txBody>
          <a:bodyPr>
            <a:normAutofit fontScale="90000"/>
          </a:bodyPr>
          <a:lstStyle/>
          <a:p>
            <a:r>
              <a:rPr lang="en-US" dirty="0"/>
              <a:t>Neurons</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184D9D46-DE3E-9928-04D4-3FE7BD158683}"/>
                  </a:ext>
                </a:extLst>
              </p14:cNvPr>
              <p14:cNvContentPartPr/>
              <p14:nvPr/>
            </p14:nvContentPartPr>
            <p14:xfrm>
              <a:off x="6438733" y="3780587"/>
              <a:ext cx="902160" cy="109800"/>
            </p14:xfrm>
          </p:contentPart>
        </mc:Choice>
        <mc:Fallback>
          <p:pic>
            <p:nvPicPr>
              <p:cNvPr id="3" name="Ink 2">
                <a:extLst>
                  <a:ext uri="{FF2B5EF4-FFF2-40B4-BE49-F238E27FC236}">
                    <a16:creationId xmlns:a16="http://schemas.microsoft.com/office/drawing/2014/main" id="{184D9D46-DE3E-9928-04D4-3FE7BD158683}"/>
                  </a:ext>
                </a:extLst>
              </p:cNvPr>
              <p:cNvPicPr/>
              <p:nvPr/>
            </p:nvPicPr>
            <p:blipFill>
              <a:blip r:embed="rId5"/>
              <a:stretch>
                <a:fillRect/>
              </a:stretch>
            </p:blipFill>
            <p:spPr>
              <a:xfrm>
                <a:off x="6424333" y="3766547"/>
                <a:ext cx="93060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D30085FA-231B-8235-0F13-0242244F3DD5}"/>
                  </a:ext>
                </a:extLst>
              </p14:cNvPr>
              <p14:cNvContentPartPr/>
              <p14:nvPr/>
            </p14:nvContentPartPr>
            <p14:xfrm>
              <a:off x="5810173" y="3136547"/>
              <a:ext cx="1018440" cy="1082160"/>
            </p14:xfrm>
          </p:contentPart>
        </mc:Choice>
        <mc:Fallback>
          <p:pic>
            <p:nvPicPr>
              <p:cNvPr id="6" name="Ink 5">
                <a:extLst>
                  <a:ext uri="{FF2B5EF4-FFF2-40B4-BE49-F238E27FC236}">
                    <a16:creationId xmlns:a16="http://schemas.microsoft.com/office/drawing/2014/main" id="{D30085FA-231B-8235-0F13-0242244F3DD5}"/>
                  </a:ext>
                </a:extLst>
              </p:cNvPr>
              <p:cNvPicPr/>
              <p:nvPr/>
            </p:nvPicPr>
            <p:blipFill>
              <a:blip r:embed="rId7"/>
              <a:stretch>
                <a:fillRect/>
              </a:stretch>
            </p:blipFill>
            <p:spPr>
              <a:xfrm>
                <a:off x="5796133" y="3122507"/>
                <a:ext cx="1046880" cy="1110600"/>
              </a:xfrm>
              <a:prstGeom prst="rect">
                <a:avLst/>
              </a:prstGeom>
            </p:spPr>
          </p:pic>
        </mc:Fallback>
      </mc:AlternateContent>
    </p:spTree>
    <p:extLst>
      <p:ext uri="{BB962C8B-B14F-4D97-AF65-F5344CB8AC3E}">
        <p14:creationId xmlns:p14="http://schemas.microsoft.com/office/powerpoint/2010/main" val="452188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a:grpSpLocks noGrp="1" noUngrp="1" noChangeAspect="1"/>
          </p:cNvGrpSpPr>
          <p:nvPr/>
        </p:nvGrpSpPr>
        <p:grpSpPr bwMode="auto">
          <a:xfrm>
            <a:off x="723900" y="1248937"/>
            <a:ext cx="7772400" cy="4941888"/>
            <a:chOff x="685800" y="1458913"/>
            <a:chExt cx="7772400" cy="4941887"/>
          </a:xfrm>
        </p:grpSpPr>
        <p:pic>
          <p:nvPicPr>
            <p:cNvPr id="6148" name="Picture 1" descr="05fig04"/>
            <p:cNvPicPr>
              <a:picLocks noRot="1" noChangeAspect="1" noMove="1" noResize="1"/>
            </p:cNvPicPr>
            <p:nvPr isPhoto="1"/>
          </p:nvPicPr>
          <p:blipFill>
            <a:blip r:embed="rId3">
              <a:extLst>
                <a:ext uri="{28A0092B-C50C-407E-A947-70E740481C1C}">
                  <a14:useLocalDpi xmlns:a14="http://schemas.microsoft.com/office/drawing/2010/main" val="0"/>
                </a:ext>
              </a:extLst>
            </a:blip>
            <a:srcRect/>
            <a:stretch>
              <a:fillRect/>
            </a:stretch>
          </p:blipFill>
          <p:spPr bwMode="auto">
            <a:xfrm>
              <a:off x="685800" y="1458913"/>
              <a:ext cx="7772400"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Rectangle 2"/>
            <p:cNvSpPr>
              <a:spLocks noChangeArrowheads="1"/>
            </p:cNvSpPr>
            <p:nvPr/>
          </p:nvSpPr>
          <p:spPr bwMode="auto">
            <a:xfrm>
              <a:off x="685800" y="6057900"/>
              <a:ext cx="777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200">
                  <a:solidFill>
                    <a:schemeClr val="tx1"/>
                  </a:solidFill>
                  <a:latin typeface="ITC Stone Sans Std Semibold" charset="0"/>
                  <a:ea typeface="MS PGothic" charset="-128"/>
                </a:defRPr>
              </a:lvl1pPr>
              <a:lvl2pPr marL="742950" indent="-285750">
                <a:spcBef>
                  <a:spcPct val="20000"/>
                </a:spcBef>
                <a:buChar char="–"/>
                <a:defRPr sz="2000">
                  <a:solidFill>
                    <a:schemeClr val="tx1"/>
                  </a:solidFill>
                  <a:latin typeface="ITC Stone Sans Std Semibold" charset="0"/>
                  <a:ea typeface="MS PGothic" charset="-128"/>
                </a:defRPr>
              </a:lvl2pPr>
              <a:lvl3pPr marL="1143000" indent="-228600">
                <a:spcBef>
                  <a:spcPct val="20000"/>
                </a:spcBef>
                <a:buChar char="•"/>
                <a:defRPr>
                  <a:solidFill>
                    <a:schemeClr val="tx1"/>
                  </a:solidFill>
                  <a:latin typeface="ITC Stone Sans Std Semibold" charset="0"/>
                  <a:ea typeface="MS PGothic" charset="-128"/>
                </a:defRPr>
              </a:lvl3pPr>
              <a:lvl4pPr marL="1600200" indent="-228600">
                <a:spcBef>
                  <a:spcPct val="20000"/>
                </a:spcBef>
                <a:buChar char="–"/>
                <a:defRPr sz="1600">
                  <a:solidFill>
                    <a:schemeClr val="tx1"/>
                  </a:solidFill>
                  <a:latin typeface="ITC Stone Sans Std Semibold" charset="0"/>
                  <a:ea typeface="MS PGothic" charset="-128"/>
                </a:defRPr>
              </a:lvl4pPr>
              <a:lvl5pPr marL="2057400" indent="-228600">
                <a:spcBef>
                  <a:spcPct val="20000"/>
                </a:spcBef>
                <a:buChar char="»"/>
                <a:defRPr sz="1400">
                  <a:solidFill>
                    <a:schemeClr val="tx1"/>
                  </a:solidFill>
                  <a:latin typeface="ITC Stone Sans Std Semibold" charset="0"/>
                  <a:ea typeface="MS PGothic" charset="-128"/>
                </a:defRPr>
              </a:lvl5pPr>
              <a:lvl6pPr marL="25146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6pPr>
              <a:lvl7pPr marL="29718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7pPr>
              <a:lvl8pPr marL="34290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8pPr>
              <a:lvl9pPr marL="38862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9pPr>
            </a:lstStyle>
            <a:p>
              <a:pPr algn="ctr" eaLnBrk="1" hangingPunct="1">
                <a:spcBef>
                  <a:spcPct val="0"/>
                </a:spcBef>
                <a:buFontTx/>
                <a:buNone/>
              </a:pPr>
              <a:r>
                <a:rPr lang="en-US" altLang="en-US" sz="1400" b="1">
                  <a:latin typeface="Arial" charset="0"/>
                </a:rPr>
                <a:t>Figure 5.4</a:t>
              </a:r>
              <a:r>
                <a:rPr lang="en-US" altLang="en-US" sz="1400">
                  <a:latin typeface="Arial" charset="0"/>
                </a:rPr>
                <a:t> Processing Information in an Artificial Neuron</a:t>
              </a:r>
            </a:p>
          </p:txBody>
        </p:sp>
      </p:grpSp>
      <p:sp>
        <p:nvSpPr>
          <p:cNvPr id="6147" name="Footer Placeholder 4"/>
          <p:cNvSpPr txBox="1">
            <a:spLocks/>
          </p:cNvSpPr>
          <p:nvPr/>
        </p:nvSpPr>
        <p:spPr bwMode="auto">
          <a:xfrm>
            <a:off x="609600" y="5507038"/>
            <a:ext cx="8001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200">
                <a:solidFill>
                  <a:schemeClr val="tx1"/>
                </a:solidFill>
                <a:latin typeface="ITC Stone Sans Std Semibold" charset="0"/>
                <a:ea typeface="MS PGothic" charset="-128"/>
              </a:defRPr>
            </a:lvl1pPr>
            <a:lvl2pPr marL="742950" indent="-285750">
              <a:spcBef>
                <a:spcPct val="20000"/>
              </a:spcBef>
              <a:buChar char="–"/>
              <a:defRPr sz="2000">
                <a:solidFill>
                  <a:schemeClr val="tx1"/>
                </a:solidFill>
                <a:latin typeface="ITC Stone Sans Std Semibold" charset="0"/>
                <a:ea typeface="MS PGothic" charset="-128"/>
              </a:defRPr>
            </a:lvl2pPr>
            <a:lvl3pPr marL="1143000" indent="-228600">
              <a:spcBef>
                <a:spcPct val="20000"/>
              </a:spcBef>
              <a:buChar char="•"/>
              <a:defRPr>
                <a:solidFill>
                  <a:schemeClr val="tx1"/>
                </a:solidFill>
                <a:latin typeface="ITC Stone Sans Std Semibold" charset="0"/>
                <a:ea typeface="MS PGothic" charset="-128"/>
              </a:defRPr>
            </a:lvl3pPr>
            <a:lvl4pPr marL="1600200" indent="-228600">
              <a:spcBef>
                <a:spcPct val="20000"/>
              </a:spcBef>
              <a:buChar char="–"/>
              <a:defRPr sz="1600">
                <a:solidFill>
                  <a:schemeClr val="tx1"/>
                </a:solidFill>
                <a:latin typeface="ITC Stone Sans Std Semibold" charset="0"/>
                <a:ea typeface="MS PGothic" charset="-128"/>
              </a:defRPr>
            </a:lvl4pPr>
            <a:lvl5pPr marL="2057400" indent="-228600">
              <a:spcBef>
                <a:spcPct val="20000"/>
              </a:spcBef>
              <a:buChar char="»"/>
              <a:defRPr sz="1400">
                <a:solidFill>
                  <a:schemeClr val="tx1"/>
                </a:solidFill>
                <a:latin typeface="ITC Stone Sans Std Semibold" charset="0"/>
                <a:ea typeface="MS PGothic" charset="-128"/>
              </a:defRPr>
            </a:lvl5pPr>
            <a:lvl6pPr marL="25146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6pPr>
            <a:lvl7pPr marL="29718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7pPr>
            <a:lvl8pPr marL="34290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8pPr>
            <a:lvl9pPr marL="38862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9pPr>
          </a:lstStyle>
          <a:p>
            <a:pPr eaLnBrk="1" hangingPunct="1">
              <a:spcBef>
                <a:spcPct val="0"/>
              </a:spcBef>
              <a:buFontTx/>
              <a:buNone/>
            </a:pPr>
            <a:r>
              <a:rPr lang="en-US" altLang="en-US" sz="1000">
                <a:latin typeface="Arial" charset="0"/>
              </a:rPr>
              <a:t>From </a:t>
            </a:r>
            <a:r>
              <a:rPr lang="en-US" altLang="en-US" sz="1000" i="1">
                <a:latin typeface="Arial" charset="0"/>
              </a:rPr>
              <a:t>Real-World Data Mining: Applied Business Analytics and Decision Making</a:t>
            </a:r>
            <a:r>
              <a:rPr lang="en-US" altLang="en-US" sz="1000">
                <a:latin typeface="Arial" charset="0"/>
              </a:rPr>
              <a:t> by Dursun Delen, Ph.D. (0133551075) Copyright © 2015 Pearson Education, Inc. All rights reserved.</a:t>
            </a:r>
          </a:p>
        </p:txBody>
      </p:sp>
      <p:sp>
        <p:nvSpPr>
          <p:cNvPr id="2" name="Title 1"/>
          <p:cNvSpPr>
            <a:spLocks noGrp="1"/>
          </p:cNvSpPr>
          <p:nvPr>
            <p:ph type="title"/>
          </p:nvPr>
        </p:nvSpPr>
        <p:spPr>
          <a:xfrm>
            <a:off x="457200" y="28575"/>
            <a:ext cx="8214254" cy="957262"/>
          </a:xfrm>
        </p:spPr>
        <p:txBody>
          <a:bodyPr>
            <a:normAutofit/>
          </a:bodyPr>
          <a:lstStyle/>
          <a:p>
            <a:r>
              <a:rPr lang="en-US" dirty="0"/>
              <a:t>Artificial Neuron</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27CF6CA-DAB4-E362-0907-C4EA2BBC6ECD}"/>
                  </a:ext>
                </a:extLst>
              </p14:cNvPr>
              <p14:cNvContentPartPr/>
              <p14:nvPr/>
            </p14:nvContentPartPr>
            <p14:xfrm>
              <a:off x="1522336" y="4870810"/>
              <a:ext cx="246960" cy="67320"/>
            </p14:xfrm>
          </p:contentPart>
        </mc:Choice>
        <mc:Fallback xmlns="">
          <p:pic>
            <p:nvPicPr>
              <p:cNvPr id="4" name="Ink 3">
                <a:extLst>
                  <a:ext uri="{FF2B5EF4-FFF2-40B4-BE49-F238E27FC236}">
                    <a16:creationId xmlns:a16="http://schemas.microsoft.com/office/drawing/2014/main" id="{E27CF6CA-DAB4-E362-0907-C4EA2BBC6ECD}"/>
                  </a:ext>
                </a:extLst>
              </p:cNvPr>
              <p:cNvPicPr/>
              <p:nvPr/>
            </p:nvPicPr>
            <p:blipFill>
              <a:blip r:embed="rId7"/>
              <a:stretch>
                <a:fillRect/>
              </a:stretch>
            </p:blipFill>
            <p:spPr>
              <a:xfrm>
                <a:off x="1511536" y="4860370"/>
                <a:ext cx="26820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5CD83C88-F796-609E-64AD-03BB9013DD22}"/>
                  </a:ext>
                </a:extLst>
              </p14:cNvPr>
              <p14:cNvContentPartPr/>
              <p14:nvPr/>
            </p14:nvContentPartPr>
            <p14:xfrm>
              <a:off x="1454514" y="1998057"/>
              <a:ext cx="92520" cy="14400"/>
            </p14:xfrm>
          </p:contentPart>
        </mc:Choice>
        <mc:Fallback xmlns="">
          <p:pic>
            <p:nvPicPr>
              <p:cNvPr id="12" name="Ink 11">
                <a:extLst>
                  <a:ext uri="{FF2B5EF4-FFF2-40B4-BE49-F238E27FC236}">
                    <a16:creationId xmlns:a16="http://schemas.microsoft.com/office/drawing/2014/main" id="{5CD83C88-F796-609E-64AD-03BB9013DD22}"/>
                  </a:ext>
                </a:extLst>
              </p:cNvPr>
              <p:cNvPicPr/>
              <p:nvPr/>
            </p:nvPicPr>
            <p:blipFill>
              <a:blip r:embed="rId17"/>
              <a:stretch>
                <a:fillRect/>
              </a:stretch>
            </p:blipFill>
            <p:spPr>
              <a:xfrm>
                <a:off x="1443714" y="1987617"/>
                <a:ext cx="1137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B5B2A1B6-D1E7-4378-7045-70424B429FC8}"/>
                  </a:ext>
                </a:extLst>
              </p14:cNvPr>
              <p14:cNvContentPartPr/>
              <p14:nvPr/>
            </p14:nvContentPartPr>
            <p14:xfrm>
              <a:off x="2743314" y="2227737"/>
              <a:ext cx="36720" cy="137520"/>
            </p14:xfrm>
          </p:contentPart>
        </mc:Choice>
        <mc:Fallback xmlns="">
          <p:pic>
            <p:nvPicPr>
              <p:cNvPr id="13" name="Ink 12">
                <a:extLst>
                  <a:ext uri="{FF2B5EF4-FFF2-40B4-BE49-F238E27FC236}">
                    <a16:creationId xmlns:a16="http://schemas.microsoft.com/office/drawing/2014/main" id="{B5B2A1B6-D1E7-4378-7045-70424B429FC8}"/>
                  </a:ext>
                </a:extLst>
              </p:cNvPr>
              <p:cNvPicPr/>
              <p:nvPr/>
            </p:nvPicPr>
            <p:blipFill>
              <a:blip r:embed="rId19"/>
              <a:stretch>
                <a:fillRect/>
              </a:stretch>
            </p:blipFill>
            <p:spPr>
              <a:xfrm>
                <a:off x="2732514" y="2217297"/>
                <a:ext cx="5796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7" name="Ink 6">
                <a:extLst>
                  <a:ext uri="{FF2B5EF4-FFF2-40B4-BE49-F238E27FC236}">
                    <a16:creationId xmlns:a16="http://schemas.microsoft.com/office/drawing/2014/main" id="{86E051FB-B262-65E3-FF37-BDF26A0BC7F4}"/>
                  </a:ext>
                </a:extLst>
              </p14:cNvPr>
              <p14:cNvContentPartPr/>
              <p14:nvPr/>
            </p14:nvContentPartPr>
            <p14:xfrm>
              <a:off x="1502773" y="4885067"/>
              <a:ext cx="448920" cy="51120"/>
            </p14:xfrm>
          </p:contentPart>
        </mc:Choice>
        <mc:Fallback>
          <p:pic>
            <p:nvPicPr>
              <p:cNvPr id="7" name="Ink 6">
                <a:extLst>
                  <a:ext uri="{FF2B5EF4-FFF2-40B4-BE49-F238E27FC236}">
                    <a16:creationId xmlns:a16="http://schemas.microsoft.com/office/drawing/2014/main" id="{86E051FB-B262-65E3-FF37-BDF26A0BC7F4}"/>
                  </a:ext>
                </a:extLst>
              </p:cNvPr>
              <p:cNvPicPr/>
              <p:nvPr/>
            </p:nvPicPr>
            <p:blipFill>
              <a:blip r:embed="rId21"/>
              <a:stretch>
                <a:fillRect/>
              </a:stretch>
            </p:blipFill>
            <p:spPr>
              <a:xfrm>
                <a:off x="1488373" y="4871027"/>
                <a:ext cx="47736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9" name="Ink 8">
                <a:extLst>
                  <a:ext uri="{FF2B5EF4-FFF2-40B4-BE49-F238E27FC236}">
                    <a16:creationId xmlns:a16="http://schemas.microsoft.com/office/drawing/2014/main" id="{3B451E34-D3A9-6790-76F9-47C20C7011F0}"/>
                  </a:ext>
                </a:extLst>
              </p14:cNvPr>
              <p14:cNvContentPartPr/>
              <p14:nvPr/>
            </p14:nvContentPartPr>
            <p14:xfrm>
              <a:off x="1380013" y="1955747"/>
              <a:ext cx="4109760" cy="2522880"/>
            </p14:xfrm>
          </p:contentPart>
        </mc:Choice>
        <mc:Fallback>
          <p:pic>
            <p:nvPicPr>
              <p:cNvPr id="9" name="Ink 8">
                <a:extLst>
                  <a:ext uri="{FF2B5EF4-FFF2-40B4-BE49-F238E27FC236}">
                    <a16:creationId xmlns:a16="http://schemas.microsoft.com/office/drawing/2014/main" id="{3B451E34-D3A9-6790-76F9-47C20C7011F0}"/>
                  </a:ext>
                </a:extLst>
              </p:cNvPr>
              <p:cNvPicPr/>
              <p:nvPr/>
            </p:nvPicPr>
            <p:blipFill>
              <a:blip r:embed="rId23"/>
              <a:stretch>
                <a:fillRect/>
              </a:stretch>
            </p:blipFill>
            <p:spPr>
              <a:xfrm>
                <a:off x="1365614" y="1941347"/>
                <a:ext cx="4134598" cy="25477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0" name="Ink 9">
                <a:extLst>
                  <a:ext uri="{FF2B5EF4-FFF2-40B4-BE49-F238E27FC236}">
                    <a16:creationId xmlns:a16="http://schemas.microsoft.com/office/drawing/2014/main" id="{87880064-6E3B-DE7B-9C49-EECF35A12583}"/>
                  </a:ext>
                </a:extLst>
              </p14:cNvPr>
              <p14:cNvContentPartPr/>
              <p14:nvPr/>
            </p14:nvContentPartPr>
            <p14:xfrm>
              <a:off x="2366773" y="2840267"/>
              <a:ext cx="579960" cy="572040"/>
            </p14:xfrm>
          </p:contentPart>
        </mc:Choice>
        <mc:Fallback>
          <p:pic>
            <p:nvPicPr>
              <p:cNvPr id="10" name="Ink 9">
                <a:extLst>
                  <a:ext uri="{FF2B5EF4-FFF2-40B4-BE49-F238E27FC236}">
                    <a16:creationId xmlns:a16="http://schemas.microsoft.com/office/drawing/2014/main" id="{87880064-6E3B-DE7B-9C49-EECF35A12583}"/>
                  </a:ext>
                </a:extLst>
              </p:cNvPr>
              <p:cNvPicPr/>
              <p:nvPr/>
            </p:nvPicPr>
            <p:blipFill>
              <a:blip r:embed="rId25"/>
              <a:stretch>
                <a:fillRect/>
              </a:stretch>
            </p:blipFill>
            <p:spPr>
              <a:xfrm>
                <a:off x="2352373" y="2826227"/>
                <a:ext cx="608400" cy="6004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54395C65-C939-9944-335C-166773BAF3A5}"/>
                  </a:ext>
                </a:extLst>
              </p14:cNvPr>
              <p14:cNvContentPartPr/>
              <p14:nvPr/>
            </p14:nvContentPartPr>
            <p14:xfrm>
              <a:off x="4593013" y="3814067"/>
              <a:ext cx="626040" cy="131400"/>
            </p14:xfrm>
          </p:contentPart>
        </mc:Choice>
        <mc:Fallback>
          <p:pic>
            <p:nvPicPr>
              <p:cNvPr id="15" name="Ink 14">
                <a:extLst>
                  <a:ext uri="{FF2B5EF4-FFF2-40B4-BE49-F238E27FC236}">
                    <a16:creationId xmlns:a16="http://schemas.microsoft.com/office/drawing/2014/main" id="{54395C65-C939-9944-335C-166773BAF3A5}"/>
                  </a:ext>
                </a:extLst>
              </p:cNvPr>
              <p:cNvPicPr/>
              <p:nvPr/>
            </p:nvPicPr>
            <p:blipFill>
              <a:blip r:embed="rId27"/>
              <a:stretch>
                <a:fillRect/>
              </a:stretch>
            </p:blipFill>
            <p:spPr>
              <a:xfrm>
                <a:off x="4578613" y="3799706"/>
                <a:ext cx="654480" cy="159762"/>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77373652-9683-DE10-84A8-FB1A7171F1E1}"/>
                  </a:ext>
                </a:extLst>
              </p14:cNvPr>
              <p14:cNvContentPartPr/>
              <p14:nvPr/>
            </p14:nvContentPartPr>
            <p14:xfrm>
              <a:off x="5427133" y="3022427"/>
              <a:ext cx="758160" cy="512640"/>
            </p14:xfrm>
          </p:contentPart>
        </mc:Choice>
        <mc:Fallback>
          <p:pic>
            <p:nvPicPr>
              <p:cNvPr id="16" name="Ink 15">
                <a:extLst>
                  <a:ext uri="{FF2B5EF4-FFF2-40B4-BE49-F238E27FC236}">
                    <a16:creationId xmlns:a16="http://schemas.microsoft.com/office/drawing/2014/main" id="{77373652-9683-DE10-84A8-FB1A7171F1E1}"/>
                  </a:ext>
                </a:extLst>
              </p:cNvPr>
              <p:cNvPicPr/>
              <p:nvPr/>
            </p:nvPicPr>
            <p:blipFill>
              <a:blip r:embed="rId29"/>
              <a:stretch>
                <a:fillRect/>
              </a:stretch>
            </p:blipFill>
            <p:spPr>
              <a:xfrm>
                <a:off x="5412733" y="3008027"/>
                <a:ext cx="786600" cy="5410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3720096A-A5C0-EDC8-E68E-23AFCEADC755}"/>
                  </a:ext>
                </a:extLst>
              </p14:cNvPr>
              <p14:cNvContentPartPr/>
              <p14:nvPr/>
            </p14:nvContentPartPr>
            <p14:xfrm>
              <a:off x="5309053" y="2984267"/>
              <a:ext cx="385200" cy="527760"/>
            </p14:xfrm>
          </p:contentPart>
        </mc:Choice>
        <mc:Fallback>
          <p:pic>
            <p:nvPicPr>
              <p:cNvPr id="17" name="Ink 16">
                <a:extLst>
                  <a:ext uri="{FF2B5EF4-FFF2-40B4-BE49-F238E27FC236}">
                    <a16:creationId xmlns:a16="http://schemas.microsoft.com/office/drawing/2014/main" id="{3720096A-A5C0-EDC8-E68E-23AFCEADC755}"/>
                  </a:ext>
                </a:extLst>
              </p:cNvPr>
              <p:cNvPicPr/>
              <p:nvPr/>
            </p:nvPicPr>
            <p:blipFill>
              <a:blip r:embed="rId31"/>
              <a:stretch>
                <a:fillRect/>
              </a:stretch>
            </p:blipFill>
            <p:spPr>
              <a:xfrm>
                <a:off x="5294653" y="2970227"/>
                <a:ext cx="413640" cy="5562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5" name="Ink 24">
                <a:extLst>
                  <a:ext uri="{FF2B5EF4-FFF2-40B4-BE49-F238E27FC236}">
                    <a16:creationId xmlns:a16="http://schemas.microsoft.com/office/drawing/2014/main" id="{AFDEC852-D531-0366-0E96-6E07CEAA7236}"/>
                  </a:ext>
                </a:extLst>
              </p14:cNvPr>
              <p14:cNvContentPartPr/>
              <p14:nvPr/>
            </p14:nvContentPartPr>
            <p14:xfrm>
              <a:off x="5075413" y="1384427"/>
              <a:ext cx="1407600" cy="1071000"/>
            </p14:xfrm>
          </p:contentPart>
        </mc:Choice>
        <mc:Fallback>
          <p:pic>
            <p:nvPicPr>
              <p:cNvPr id="25" name="Ink 24">
                <a:extLst>
                  <a:ext uri="{FF2B5EF4-FFF2-40B4-BE49-F238E27FC236}">
                    <a16:creationId xmlns:a16="http://schemas.microsoft.com/office/drawing/2014/main" id="{AFDEC852-D531-0366-0E96-6E07CEAA7236}"/>
                  </a:ext>
                </a:extLst>
              </p:cNvPr>
              <p:cNvPicPr/>
              <p:nvPr/>
            </p:nvPicPr>
            <p:blipFill>
              <a:blip r:embed="rId33"/>
              <a:stretch>
                <a:fillRect/>
              </a:stretch>
            </p:blipFill>
            <p:spPr>
              <a:xfrm>
                <a:off x="5064973" y="1373987"/>
                <a:ext cx="1428840" cy="1092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8" name="Ink 27">
                <a:extLst>
                  <a:ext uri="{FF2B5EF4-FFF2-40B4-BE49-F238E27FC236}">
                    <a16:creationId xmlns:a16="http://schemas.microsoft.com/office/drawing/2014/main" id="{C1D31FC1-F402-D87F-0D41-5072C00AAD00}"/>
                  </a:ext>
                </a:extLst>
              </p14:cNvPr>
              <p14:cNvContentPartPr/>
              <p14:nvPr/>
            </p14:nvContentPartPr>
            <p14:xfrm>
              <a:off x="6400573" y="1921907"/>
              <a:ext cx="330480" cy="368640"/>
            </p14:xfrm>
          </p:contentPart>
        </mc:Choice>
        <mc:Fallback>
          <p:pic>
            <p:nvPicPr>
              <p:cNvPr id="28" name="Ink 27">
                <a:extLst>
                  <a:ext uri="{FF2B5EF4-FFF2-40B4-BE49-F238E27FC236}">
                    <a16:creationId xmlns:a16="http://schemas.microsoft.com/office/drawing/2014/main" id="{C1D31FC1-F402-D87F-0D41-5072C00AAD00}"/>
                  </a:ext>
                </a:extLst>
              </p:cNvPr>
              <p:cNvPicPr/>
              <p:nvPr/>
            </p:nvPicPr>
            <p:blipFill>
              <a:blip r:embed="rId35"/>
              <a:stretch>
                <a:fillRect/>
              </a:stretch>
            </p:blipFill>
            <p:spPr>
              <a:xfrm>
                <a:off x="6390133" y="1911107"/>
                <a:ext cx="351720" cy="389880"/>
              </a:xfrm>
              <a:prstGeom prst="rect">
                <a:avLst/>
              </a:prstGeom>
            </p:spPr>
          </p:pic>
        </mc:Fallback>
      </mc:AlternateContent>
    </p:spTree>
    <p:extLst>
      <p:ext uri="{BB962C8B-B14F-4D97-AF65-F5344CB8AC3E}">
        <p14:creationId xmlns:p14="http://schemas.microsoft.com/office/powerpoint/2010/main" val="6592786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0" name="Group 3"/>
          <p:cNvGrpSpPr>
            <a:grpSpLocks noGrp="1" noUngrp="1" noChangeAspect="1"/>
          </p:cNvGrpSpPr>
          <p:nvPr/>
        </p:nvGrpSpPr>
        <p:grpSpPr bwMode="auto">
          <a:xfrm>
            <a:off x="1687551" y="1467188"/>
            <a:ext cx="5967219" cy="5004314"/>
            <a:chOff x="1177925" y="685800"/>
            <a:chExt cx="6788150" cy="5692775"/>
          </a:xfrm>
        </p:grpSpPr>
        <p:pic>
          <p:nvPicPr>
            <p:cNvPr id="7172" name="Picture 1" descr="05fig05"/>
            <p:cNvPicPr>
              <a:picLocks noRot="1" noChangeAspect="1" noMove="1" noResize="1"/>
            </p:cNvPicPr>
            <p:nvPr isPhoto="1"/>
          </p:nvPicPr>
          <p:blipFill>
            <a:blip r:embed="rId3">
              <a:extLst>
                <a:ext uri="{28A0092B-C50C-407E-A947-70E740481C1C}">
                  <a14:useLocalDpi xmlns:a14="http://schemas.microsoft.com/office/drawing/2010/main" val="0"/>
                </a:ext>
              </a:extLst>
            </a:blip>
            <a:srcRect/>
            <a:stretch>
              <a:fillRect/>
            </a:stretch>
          </p:blipFill>
          <p:spPr bwMode="auto">
            <a:xfrm>
              <a:off x="1177925" y="685800"/>
              <a:ext cx="678815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2"/>
            <p:cNvSpPr>
              <a:spLocks noChangeArrowheads="1"/>
            </p:cNvSpPr>
            <p:nvPr/>
          </p:nvSpPr>
          <p:spPr bwMode="auto">
            <a:xfrm>
              <a:off x="1177925" y="6035675"/>
              <a:ext cx="67881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200">
                  <a:solidFill>
                    <a:schemeClr val="tx1"/>
                  </a:solidFill>
                  <a:latin typeface="ITC Stone Sans Std Semibold" charset="0"/>
                  <a:ea typeface="MS PGothic" charset="-128"/>
                </a:defRPr>
              </a:lvl1pPr>
              <a:lvl2pPr marL="742950" indent="-285750">
                <a:spcBef>
                  <a:spcPct val="20000"/>
                </a:spcBef>
                <a:buChar char="–"/>
                <a:defRPr sz="2000">
                  <a:solidFill>
                    <a:schemeClr val="tx1"/>
                  </a:solidFill>
                  <a:latin typeface="ITC Stone Sans Std Semibold" charset="0"/>
                  <a:ea typeface="MS PGothic" charset="-128"/>
                </a:defRPr>
              </a:lvl2pPr>
              <a:lvl3pPr marL="1143000" indent="-228600">
                <a:spcBef>
                  <a:spcPct val="20000"/>
                </a:spcBef>
                <a:buChar char="•"/>
                <a:defRPr>
                  <a:solidFill>
                    <a:schemeClr val="tx1"/>
                  </a:solidFill>
                  <a:latin typeface="ITC Stone Sans Std Semibold" charset="0"/>
                  <a:ea typeface="MS PGothic" charset="-128"/>
                </a:defRPr>
              </a:lvl3pPr>
              <a:lvl4pPr marL="1600200" indent="-228600">
                <a:spcBef>
                  <a:spcPct val="20000"/>
                </a:spcBef>
                <a:buChar char="–"/>
                <a:defRPr sz="1600">
                  <a:solidFill>
                    <a:schemeClr val="tx1"/>
                  </a:solidFill>
                  <a:latin typeface="ITC Stone Sans Std Semibold" charset="0"/>
                  <a:ea typeface="MS PGothic" charset="-128"/>
                </a:defRPr>
              </a:lvl4pPr>
              <a:lvl5pPr marL="2057400" indent="-228600">
                <a:spcBef>
                  <a:spcPct val="20000"/>
                </a:spcBef>
                <a:buChar char="»"/>
                <a:defRPr sz="1400">
                  <a:solidFill>
                    <a:schemeClr val="tx1"/>
                  </a:solidFill>
                  <a:latin typeface="ITC Stone Sans Std Semibold" charset="0"/>
                  <a:ea typeface="MS PGothic" charset="-128"/>
                </a:defRPr>
              </a:lvl5pPr>
              <a:lvl6pPr marL="25146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6pPr>
              <a:lvl7pPr marL="29718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7pPr>
              <a:lvl8pPr marL="34290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8pPr>
              <a:lvl9pPr marL="3886200" indent="-228600" eaLnBrk="0" fontAlgn="base" hangingPunct="0">
                <a:spcBef>
                  <a:spcPct val="20000"/>
                </a:spcBef>
                <a:spcAft>
                  <a:spcPct val="0"/>
                </a:spcAft>
                <a:buChar char="»"/>
                <a:defRPr sz="1400">
                  <a:solidFill>
                    <a:schemeClr val="tx1"/>
                  </a:solidFill>
                  <a:latin typeface="ITC Stone Sans Std Semibold" charset="0"/>
                  <a:ea typeface="MS PGothic" charset="-128"/>
                </a:defRPr>
              </a:lvl9pPr>
            </a:lstStyle>
            <a:p>
              <a:pPr algn="ctr" eaLnBrk="1" hangingPunct="1">
                <a:spcBef>
                  <a:spcPct val="0"/>
                </a:spcBef>
                <a:buFontTx/>
                <a:buNone/>
              </a:pPr>
              <a:r>
                <a:rPr lang="en-US" altLang="en-US" sz="1400" b="1">
                  <a:latin typeface="Arial" charset="0"/>
                </a:rPr>
                <a:t>Figure 5.5</a:t>
              </a:r>
              <a:r>
                <a:rPr lang="en-US" altLang="en-US" sz="1400">
                  <a:latin typeface="Arial" charset="0"/>
                </a:rPr>
                <a:t> Structure of a Feed-Forward Neural Network</a:t>
              </a:r>
            </a:p>
          </p:txBody>
        </p:sp>
      </p:grpSp>
      <p:sp>
        <p:nvSpPr>
          <p:cNvPr id="2" name="Title 1"/>
          <p:cNvSpPr>
            <a:spLocks noGrp="1"/>
          </p:cNvSpPr>
          <p:nvPr>
            <p:ph type="title"/>
          </p:nvPr>
        </p:nvSpPr>
        <p:spPr>
          <a:xfrm>
            <a:off x="666750" y="290708"/>
            <a:ext cx="7886700" cy="861586"/>
          </a:xfrm>
        </p:spPr>
        <p:txBody>
          <a:bodyPr/>
          <a:lstStyle/>
          <a:p>
            <a:r>
              <a:rPr lang="en-US" dirty="0"/>
              <a:t>Artificial Neural Networks</a:t>
            </a:r>
          </a:p>
        </p:txBody>
      </p:sp>
      <mc:AlternateContent xmlns:mc="http://schemas.openxmlformats.org/markup-compatibility/2006" xmlns:p14="http://schemas.microsoft.com/office/powerpoint/2010/main">
        <mc:Choice Requires="p14">
          <p:contentPart p14:bwMode="auto" r:id="rId4">
            <p14:nvContentPartPr>
              <p14:cNvPr id="27" name="Ink 26">
                <a:extLst>
                  <a:ext uri="{FF2B5EF4-FFF2-40B4-BE49-F238E27FC236}">
                    <a16:creationId xmlns:a16="http://schemas.microsoft.com/office/drawing/2014/main" id="{2793141B-F773-1725-93F4-51C2C9FAC917}"/>
                  </a:ext>
                </a:extLst>
              </p14:cNvPr>
              <p14:cNvContentPartPr/>
              <p14:nvPr/>
            </p14:nvContentPartPr>
            <p14:xfrm>
              <a:off x="3370206" y="1583956"/>
              <a:ext cx="29160" cy="52920"/>
            </p14:xfrm>
          </p:contentPart>
        </mc:Choice>
        <mc:Fallback xmlns="">
          <p:pic>
            <p:nvPicPr>
              <p:cNvPr id="27" name="Ink 26">
                <a:extLst>
                  <a:ext uri="{FF2B5EF4-FFF2-40B4-BE49-F238E27FC236}">
                    <a16:creationId xmlns:a16="http://schemas.microsoft.com/office/drawing/2014/main" id="{2793141B-F773-1725-93F4-51C2C9FAC917}"/>
                  </a:ext>
                </a:extLst>
              </p:cNvPr>
              <p:cNvPicPr/>
              <p:nvPr/>
            </p:nvPicPr>
            <p:blipFill>
              <a:blip r:embed="rId11"/>
              <a:stretch>
                <a:fillRect/>
              </a:stretch>
            </p:blipFill>
            <p:spPr>
              <a:xfrm>
                <a:off x="3359406" y="1573516"/>
                <a:ext cx="5040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DA19BE34-11E7-881A-5A5A-701FE614F2A7}"/>
                  </a:ext>
                </a:extLst>
              </p14:cNvPr>
              <p14:cNvContentPartPr/>
              <p14:nvPr/>
            </p14:nvContentPartPr>
            <p14:xfrm>
              <a:off x="4084693" y="2443907"/>
              <a:ext cx="954360" cy="1055520"/>
            </p14:xfrm>
          </p:contentPart>
        </mc:Choice>
        <mc:Fallback>
          <p:pic>
            <p:nvPicPr>
              <p:cNvPr id="3" name="Ink 2">
                <a:extLst>
                  <a:ext uri="{FF2B5EF4-FFF2-40B4-BE49-F238E27FC236}">
                    <a16:creationId xmlns:a16="http://schemas.microsoft.com/office/drawing/2014/main" id="{DA19BE34-11E7-881A-5A5A-701FE614F2A7}"/>
                  </a:ext>
                </a:extLst>
              </p:cNvPr>
              <p:cNvPicPr/>
              <p:nvPr/>
            </p:nvPicPr>
            <p:blipFill>
              <a:blip r:embed="rId13"/>
              <a:stretch>
                <a:fillRect/>
              </a:stretch>
            </p:blipFill>
            <p:spPr>
              <a:xfrm>
                <a:off x="4073893" y="2433107"/>
                <a:ext cx="975600" cy="1076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 name="Ink 3">
                <a:extLst>
                  <a:ext uri="{FF2B5EF4-FFF2-40B4-BE49-F238E27FC236}">
                    <a16:creationId xmlns:a16="http://schemas.microsoft.com/office/drawing/2014/main" id="{278A3D69-7FB3-1C26-1165-ABF9037E84A7}"/>
                  </a:ext>
                </a:extLst>
              </p14:cNvPr>
              <p14:cNvContentPartPr/>
              <p14:nvPr/>
            </p14:nvContentPartPr>
            <p14:xfrm>
              <a:off x="3780493" y="3990467"/>
              <a:ext cx="945000" cy="826920"/>
            </p14:xfrm>
          </p:contentPart>
        </mc:Choice>
        <mc:Fallback>
          <p:pic>
            <p:nvPicPr>
              <p:cNvPr id="4" name="Ink 3">
                <a:extLst>
                  <a:ext uri="{FF2B5EF4-FFF2-40B4-BE49-F238E27FC236}">
                    <a16:creationId xmlns:a16="http://schemas.microsoft.com/office/drawing/2014/main" id="{278A3D69-7FB3-1C26-1165-ABF9037E84A7}"/>
                  </a:ext>
                </a:extLst>
              </p:cNvPr>
              <p:cNvPicPr/>
              <p:nvPr/>
            </p:nvPicPr>
            <p:blipFill>
              <a:blip r:embed="rId15"/>
              <a:stretch>
                <a:fillRect/>
              </a:stretch>
            </p:blipFill>
            <p:spPr>
              <a:xfrm>
                <a:off x="3770053" y="3980027"/>
                <a:ext cx="966240" cy="848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6772B960-AF45-F1DA-B221-498A9043F9B3}"/>
                  </a:ext>
                </a:extLst>
              </p14:cNvPr>
              <p14:cNvContentPartPr/>
              <p14:nvPr/>
            </p14:nvContentPartPr>
            <p14:xfrm>
              <a:off x="2035933" y="5486267"/>
              <a:ext cx="4800240" cy="796320"/>
            </p14:xfrm>
          </p:contentPart>
        </mc:Choice>
        <mc:Fallback>
          <p:pic>
            <p:nvPicPr>
              <p:cNvPr id="8" name="Ink 7">
                <a:extLst>
                  <a:ext uri="{FF2B5EF4-FFF2-40B4-BE49-F238E27FC236}">
                    <a16:creationId xmlns:a16="http://schemas.microsoft.com/office/drawing/2014/main" id="{6772B960-AF45-F1DA-B221-498A9043F9B3}"/>
                  </a:ext>
                </a:extLst>
              </p:cNvPr>
              <p:cNvPicPr/>
              <p:nvPr/>
            </p:nvPicPr>
            <p:blipFill>
              <a:blip r:embed="rId17"/>
              <a:stretch>
                <a:fillRect/>
              </a:stretch>
            </p:blipFill>
            <p:spPr>
              <a:xfrm>
                <a:off x="2021892" y="5471867"/>
                <a:ext cx="4828682" cy="824760"/>
              </a:xfrm>
              <a:prstGeom prst="rect">
                <a:avLst/>
              </a:prstGeom>
            </p:spPr>
          </p:pic>
        </mc:Fallback>
      </mc:AlternateContent>
    </p:spTree>
    <p:extLst>
      <p:ext uri="{BB962C8B-B14F-4D97-AF65-F5344CB8AC3E}">
        <p14:creationId xmlns:p14="http://schemas.microsoft.com/office/powerpoint/2010/main" val="15781594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Deep Neural Networks</a:t>
            </a:r>
          </a:p>
        </p:txBody>
      </p:sp>
      <p:pic>
        <p:nvPicPr>
          <p:cNvPr id="4" name="Picture 3"/>
          <p:cNvPicPr>
            <a:picLocks noChangeAspect="1"/>
          </p:cNvPicPr>
          <p:nvPr/>
        </p:nvPicPr>
        <p:blipFill>
          <a:blip r:embed="rId2"/>
          <a:stretch>
            <a:fillRect/>
          </a:stretch>
        </p:blipFill>
        <p:spPr>
          <a:xfrm>
            <a:off x="170985" y="2109062"/>
            <a:ext cx="8653346" cy="4451145"/>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9D4CFE5-5A3D-28E3-B5A6-291A248E97A5}"/>
                  </a:ext>
                </a:extLst>
              </p14:cNvPr>
              <p14:cNvContentPartPr/>
              <p14:nvPr/>
            </p14:nvContentPartPr>
            <p14:xfrm>
              <a:off x="628456" y="1499410"/>
              <a:ext cx="2085120" cy="154800"/>
            </p14:xfrm>
          </p:contentPart>
        </mc:Choice>
        <mc:Fallback xmlns="">
          <p:pic>
            <p:nvPicPr>
              <p:cNvPr id="3" name="Ink 2">
                <a:extLst>
                  <a:ext uri="{FF2B5EF4-FFF2-40B4-BE49-F238E27FC236}">
                    <a16:creationId xmlns:a16="http://schemas.microsoft.com/office/drawing/2014/main" id="{19D4CFE5-5A3D-28E3-B5A6-291A248E97A5}"/>
                  </a:ext>
                </a:extLst>
              </p:cNvPr>
              <p:cNvPicPr/>
              <p:nvPr/>
            </p:nvPicPr>
            <p:blipFill>
              <a:blip r:embed="rId4"/>
              <a:stretch>
                <a:fillRect/>
              </a:stretch>
            </p:blipFill>
            <p:spPr>
              <a:xfrm>
                <a:off x="617656" y="1488970"/>
                <a:ext cx="21063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FEB4E6BD-3717-D678-053A-E5CCC4D2A594}"/>
                  </a:ext>
                </a:extLst>
              </p14:cNvPr>
              <p14:cNvContentPartPr/>
              <p14:nvPr/>
            </p14:nvContentPartPr>
            <p14:xfrm>
              <a:off x="4609696" y="4758130"/>
              <a:ext cx="29520" cy="19440"/>
            </p14:xfrm>
          </p:contentPart>
        </mc:Choice>
        <mc:Fallback xmlns="">
          <p:pic>
            <p:nvPicPr>
              <p:cNvPr id="18" name="Ink 17">
                <a:extLst>
                  <a:ext uri="{FF2B5EF4-FFF2-40B4-BE49-F238E27FC236}">
                    <a16:creationId xmlns:a16="http://schemas.microsoft.com/office/drawing/2014/main" id="{FEB4E6BD-3717-D678-053A-E5CCC4D2A594}"/>
                  </a:ext>
                </a:extLst>
              </p:cNvPr>
              <p:cNvPicPr/>
              <p:nvPr/>
            </p:nvPicPr>
            <p:blipFill>
              <a:blip r:embed="rId10"/>
              <a:stretch>
                <a:fillRect/>
              </a:stretch>
            </p:blipFill>
            <p:spPr>
              <a:xfrm>
                <a:off x="4598896" y="4747690"/>
                <a:ext cx="5076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6" name="Ink 25">
                <a:extLst>
                  <a:ext uri="{FF2B5EF4-FFF2-40B4-BE49-F238E27FC236}">
                    <a16:creationId xmlns:a16="http://schemas.microsoft.com/office/drawing/2014/main" id="{E04F76B8-F002-185A-021D-54EE4BB05794}"/>
                  </a:ext>
                </a:extLst>
              </p14:cNvPr>
              <p14:cNvContentPartPr/>
              <p14:nvPr/>
            </p14:nvContentPartPr>
            <p14:xfrm>
              <a:off x="2700256" y="2548450"/>
              <a:ext cx="79200" cy="133920"/>
            </p14:xfrm>
          </p:contentPart>
        </mc:Choice>
        <mc:Fallback xmlns="">
          <p:pic>
            <p:nvPicPr>
              <p:cNvPr id="26" name="Ink 25">
                <a:extLst>
                  <a:ext uri="{FF2B5EF4-FFF2-40B4-BE49-F238E27FC236}">
                    <a16:creationId xmlns:a16="http://schemas.microsoft.com/office/drawing/2014/main" id="{E04F76B8-F002-185A-021D-54EE4BB05794}"/>
                  </a:ext>
                </a:extLst>
              </p:cNvPr>
              <p:cNvPicPr/>
              <p:nvPr/>
            </p:nvPicPr>
            <p:blipFill>
              <a:blip r:embed="rId14"/>
              <a:stretch>
                <a:fillRect/>
              </a:stretch>
            </p:blipFill>
            <p:spPr>
              <a:xfrm>
                <a:off x="2689456" y="2537650"/>
                <a:ext cx="10044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5" name="Ink 4">
                <a:extLst>
                  <a:ext uri="{FF2B5EF4-FFF2-40B4-BE49-F238E27FC236}">
                    <a16:creationId xmlns:a16="http://schemas.microsoft.com/office/drawing/2014/main" id="{5004E972-FE58-A767-5139-A43F71CD0787}"/>
                  </a:ext>
                </a:extLst>
              </p14:cNvPr>
              <p14:cNvContentPartPr/>
              <p14:nvPr/>
            </p14:nvContentPartPr>
            <p14:xfrm>
              <a:off x="7561573" y="6011147"/>
              <a:ext cx="422640" cy="118800"/>
            </p14:xfrm>
          </p:contentPart>
        </mc:Choice>
        <mc:Fallback>
          <p:pic>
            <p:nvPicPr>
              <p:cNvPr id="5" name="Ink 4">
                <a:extLst>
                  <a:ext uri="{FF2B5EF4-FFF2-40B4-BE49-F238E27FC236}">
                    <a16:creationId xmlns:a16="http://schemas.microsoft.com/office/drawing/2014/main" id="{5004E972-FE58-A767-5139-A43F71CD0787}"/>
                  </a:ext>
                </a:extLst>
              </p:cNvPr>
              <p:cNvPicPr/>
              <p:nvPr/>
            </p:nvPicPr>
            <p:blipFill>
              <a:blip r:embed="rId16"/>
              <a:stretch>
                <a:fillRect/>
              </a:stretch>
            </p:blipFill>
            <p:spPr>
              <a:xfrm>
                <a:off x="7547173" y="5997107"/>
                <a:ext cx="451080" cy="147240"/>
              </a:xfrm>
              <a:prstGeom prst="rect">
                <a:avLst/>
              </a:prstGeom>
            </p:spPr>
          </p:pic>
        </mc:Fallback>
      </mc:AlternateContent>
    </p:spTree>
    <p:extLst>
      <p:ext uri="{BB962C8B-B14F-4D97-AF65-F5344CB8AC3E}">
        <p14:creationId xmlns:p14="http://schemas.microsoft.com/office/powerpoint/2010/main" val="160756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980735"/>
            <a:ext cx="8229600" cy="3852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Common Data Mining Tasks</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CC99A1E3-3C53-D46F-952A-A3E9802F2821}"/>
                  </a:ext>
                </a:extLst>
              </p14:cNvPr>
              <p14:cNvContentPartPr/>
              <p14:nvPr/>
            </p14:nvContentPartPr>
            <p14:xfrm>
              <a:off x="2472253" y="2848907"/>
              <a:ext cx="188640" cy="228960"/>
            </p14:xfrm>
          </p:contentPart>
        </mc:Choice>
        <mc:Fallback>
          <p:pic>
            <p:nvPicPr>
              <p:cNvPr id="3" name="Ink 2">
                <a:extLst>
                  <a:ext uri="{FF2B5EF4-FFF2-40B4-BE49-F238E27FC236}">
                    <a16:creationId xmlns:a16="http://schemas.microsoft.com/office/drawing/2014/main" id="{CC99A1E3-3C53-D46F-952A-A3E9802F2821}"/>
                  </a:ext>
                </a:extLst>
              </p:cNvPr>
              <p:cNvPicPr/>
              <p:nvPr/>
            </p:nvPicPr>
            <p:blipFill>
              <a:blip r:embed="rId5"/>
              <a:stretch>
                <a:fillRect/>
              </a:stretch>
            </p:blipFill>
            <p:spPr>
              <a:xfrm>
                <a:off x="2457853" y="2834507"/>
                <a:ext cx="21708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002DBFBC-0D00-9A50-3800-F0BAE873BC12}"/>
                  </a:ext>
                </a:extLst>
              </p14:cNvPr>
              <p14:cNvContentPartPr/>
              <p14:nvPr/>
            </p14:nvContentPartPr>
            <p14:xfrm>
              <a:off x="2397373" y="2480627"/>
              <a:ext cx="252360" cy="203040"/>
            </p14:xfrm>
          </p:contentPart>
        </mc:Choice>
        <mc:Fallback>
          <p:pic>
            <p:nvPicPr>
              <p:cNvPr id="4" name="Ink 3">
                <a:extLst>
                  <a:ext uri="{FF2B5EF4-FFF2-40B4-BE49-F238E27FC236}">
                    <a16:creationId xmlns:a16="http://schemas.microsoft.com/office/drawing/2014/main" id="{002DBFBC-0D00-9A50-3800-F0BAE873BC12}"/>
                  </a:ext>
                </a:extLst>
              </p:cNvPr>
              <p:cNvPicPr/>
              <p:nvPr/>
            </p:nvPicPr>
            <p:blipFill>
              <a:blip r:embed="rId7"/>
              <a:stretch>
                <a:fillRect/>
              </a:stretch>
            </p:blipFill>
            <p:spPr>
              <a:xfrm>
                <a:off x="2382973" y="2466227"/>
                <a:ext cx="28080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A9941900-3D30-8F43-FA6A-DEE04D75501C}"/>
                  </a:ext>
                </a:extLst>
              </p14:cNvPr>
              <p14:cNvContentPartPr/>
              <p14:nvPr/>
            </p14:nvContentPartPr>
            <p14:xfrm>
              <a:off x="2387293" y="3263627"/>
              <a:ext cx="218520" cy="195120"/>
            </p14:xfrm>
          </p:contentPart>
        </mc:Choice>
        <mc:Fallback>
          <p:pic>
            <p:nvPicPr>
              <p:cNvPr id="5" name="Ink 4">
                <a:extLst>
                  <a:ext uri="{FF2B5EF4-FFF2-40B4-BE49-F238E27FC236}">
                    <a16:creationId xmlns:a16="http://schemas.microsoft.com/office/drawing/2014/main" id="{A9941900-3D30-8F43-FA6A-DEE04D75501C}"/>
                  </a:ext>
                </a:extLst>
              </p:cNvPr>
              <p:cNvPicPr/>
              <p:nvPr/>
            </p:nvPicPr>
            <p:blipFill>
              <a:blip r:embed="rId9"/>
              <a:stretch>
                <a:fillRect/>
              </a:stretch>
            </p:blipFill>
            <p:spPr>
              <a:xfrm>
                <a:off x="2373253" y="3249587"/>
                <a:ext cx="24696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095ABD7D-E917-426F-2EC6-F6896C08EC0E}"/>
                  </a:ext>
                </a:extLst>
              </p14:cNvPr>
              <p14:cNvContentPartPr/>
              <p14:nvPr/>
            </p14:nvContentPartPr>
            <p14:xfrm>
              <a:off x="2569453" y="3684827"/>
              <a:ext cx="182520" cy="146520"/>
            </p14:xfrm>
          </p:contentPart>
        </mc:Choice>
        <mc:Fallback>
          <p:pic>
            <p:nvPicPr>
              <p:cNvPr id="6" name="Ink 5">
                <a:extLst>
                  <a:ext uri="{FF2B5EF4-FFF2-40B4-BE49-F238E27FC236}">
                    <a16:creationId xmlns:a16="http://schemas.microsoft.com/office/drawing/2014/main" id="{095ABD7D-E917-426F-2EC6-F6896C08EC0E}"/>
                  </a:ext>
                </a:extLst>
              </p:cNvPr>
              <p:cNvPicPr/>
              <p:nvPr/>
            </p:nvPicPr>
            <p:blipFill>
              <a:blip r:embed="rId11"/>
              <a:stretch>
                <a:fillRect/>
              </a:stretch>
            </p:blipFill>
            <p:spPr>
              <a:xfrm>
                <a:off x="2555413" y="3670427"/>
                <a:ext cx="21096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BD029053-3A24-E583-E749-4C4749710BB3}"/>
                  </a:ext>
                </a:extLst>
              </p14:cNvPr>
              <p14:cNvContentPartPr/>
              <p14:nvPr/>
            </p14:nvContentPartPr>
            <p14:xfrm>
              <a:off x="1583053" y="2743067"/>
              <a:ext cx="195120" cy="21600"/>
            </p14:xfrm>
          </p:contentPart>
        </mc:Choice>
        <mc:Fallback>
          <p:pic>
            <p:nvPicPr>
              <p:cNvPr id="7" name="Ink 6">
                <a:extLst>
                  <a:ext uri="{FF2B5EF4-FFF2-40B4-BE49-F238E27FC236}">
                    <a16:creationId xmlns:a16="http://schemas.microsoft.com/office/drawing/2014/main" id="{BD029053-3A24-E583-E749-4C4749710BB3}"/>
                  </a:ext>
                </a:extLst>
              </p:cNvPr>
              <p:cNvPicPr/>
              <p:nvPr/>
            </p:nvPicPr>
            <p:blipFill>
              <a:blip r:embed="rId13"/>
              <a:stretch>
                <a:fillRect/>
              </a:stretch>
            </p:blipFill>
            <p:spPr>
              <a:xfrm>
                <a:off x="1569013" y="2728667"/>
                <a:ext cx="22356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8DF39B22-CA96-F275-3D9E-4BC3A96D138F}"/>
                  </a:ext>
                </a:extLst>
              </p14:cNvPr>
              <p14:cNvContentPartPr/>
              <p14:nvPr/>
            </p14:nvContentPartPr>
            <p14:xfrm>
              <a:off x="1452013" y="3119627"/>
              <a:ext cx="300960" cy="34200"/>
            </p14:xfrm>
          </p:contentPart>
        </mc:Choice>
        <mc:Fallback>
          <p:pic>
            <p:nvPicPr>
              <p:cNvPr id="8" name="Ink 7">
                <a:extLst>
                  <a:ext uri="{FF2B5EF4-FFF2-40B4-BE49-F238E27FC236}">
                    <a16:creationId xmlns:a16="http://schemas.microsoft.com/office/drawing/2014/main" id="{8DF39B22-CA96-F275-3D9E-4BC3A96D138F}"/>
                  </a:ext>
                </a:extLst>
              </p:cNvPr>
              <p:cNvPicPr/>
              <p:nvPr/>
            </p:nvPicPr>
            <p:blipFill>
              <a:blip r:embed="rId15"/>
              <a:stretch>
                <a:fillRect/>
              </a:stretch>
            </p:blipFill>
            <p:spPr>
              <a:xfrm>
                <a:off x="1437613" y="3105587"/>
                <a:ext cx="32940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4A7CC2A1-D109-ED75-FA88-6CAD36B5EA93}"/>
                  </a:ext>
                </a:extLst>
              </p14:cNvPr>
              <p14:cNvContentPartPr/>
              <p14:nvPr/>
            </p14:nvContentPartPr>
            <p14:xfrm>
              <a:off x="4233013" y="2848907"/>
              <a:ext cx="364320" cy="254520"/>
            </p14:xfrm>
          </p:contentPart>
        </mc:Choice>
        <mc:Fallback>
          <p:pic>
            <p:nvPicPr>
              <p:cNvPr id="9" name="Ink 8">
                <a:extLst>
                  <a:ext uri="{FF2B5EF4-FFF2-40B4-BE49-F238E27FC236}">
                    <a16:creationId xmlns:a16="http://schemas.microsoft.com/office/drawing/2014/main" id="{4A7CC2A1-D109-ED75-FA88-6CAD36B5EA93}"/>
                  </a:ext>
                </a:extLst>
              </p:cNvPr>
              <p:cNvPicPr/>
              <p:nvPr/>
            </p:nvPicPr>
            <p:blipFill>
              <a:blip r:embed="rId17"/>
              <a:stretch>
                <a:fillRect/>
              </a:stretch>
            </p:blipFill>
            <p:spPr>
              <a:xfrm>
                <a:off x="4218973" y="2834507"/>
                <a:ext cx="39276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0B6813B9-1474-E5C8-8E77-63D4C44BCF65}"/>
                  </a:ext>
                </a:extLst>
              </p14:cNvPr>
              <p14:cNvContentPartPr/>
              <p14:nvPr/>
            </p14:nvContentPartPr>
            <p14:xfrm>
              <a:off x="1066453" y="3475307"/>
              <a:ext cx="1172880" cy="84960"/>
            </p14:xfrm>
          </p:contentPart>
        </mc:Choice>
        <mc:Fallback>
          <p:pic>
            <p:nvPicPr>
              <p:cNvPr id="10" name="Ink 9">
                <a:extLst>
                  <a:ext uri="{FF2B5EF4-FFF2-40B4-BE49-F238E27FC236}">
                    <a16:creationId xmlns:a16="http://schemas.microsoft.com/office/drawing/2014/main" id="{0B6813B9-1474-E5C8-8E77-63D4C44BCF65}"/>
                  </a:ext>
                </a:extLst>
              </p:cNvPr>
              <p:cNvPicPr/>
              <p:nvPr/>
            </p:nvPicPr>
            <p:blipFill>
              <a:blip r:embed="rId19"/>
              <a:stretch>
                <a:fillRect/>
              </a:stretch>
            </p:blipFill>
            <p:spPr>
              <a:xfrm>
                <a:off x="1052413" y="3461267"/>
                <a:ext cx="120132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A95CD316-2485-2B32-4DF2-26860B1E7FD6}"/>
                  </a:ext>
                </a:extLst>
              </p14:cNvPr>
              <p14:cNvContentPartPr/>
              <p14:nvPr/>
            </p14:nvContentPartPr>
            <p14:xfrm>
              <a:off x="4237333" y="3191627"/>
              <a:ext cx="559080" cy="258480"/>
            </p14:xfrm>
          </p:contentPart>
        </mc:Choice>
        <mc:Fallback>
          <p:pic>
            <p:nvPicPr>
              <p:cNvPr id="11" name="Ink 10">
                <a:extLst>
                  <a:ext uri="{FF2B5EF4-FFF2-40B4-BE49-F238E27FC236}">
                    <a16:creationId xmlns:a16="http://schemas.microsoft.com/office/drawing/2014/main" id="{A95CD316-2485-2B32-4DF2-26860B1E7FD6}"/>
                  </a:ext>
                </a:extLst>
              </p:cNvPr>
              <p:cNvPicPr/>
              <p:nvPr/>
            </p:nvPicPr>
            <p:blipFill>
              <a:blip r:embed="rId21"/>
              <a:stretch>
                <a:fillRect/>
              </a:stretch>
            </p:blipFill>
            <p:spPr>
              <a:xfrm>
                <a:off x="4223293" y="3177587"/>
                <a:ext cx="58752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Ink 11">
                <a:extLst>
                  <a:ext uri="{FF2B5EF4-FFF2-40B4-BE49-F238E27FC236}">
                    <a16:creationId xmlns:a16="http://schemas.microsoft.com/office/drawing/2014/main" id="{D52104D7-D444-F0A5-C044-7783B549D0E6}"/>
                  </a:ext>
                </a:extLst>
              </p14:cNvPr>
              <p14:cNvContentPartPr/>
              <p14:nvPr/>
            </p14:nvContentPartPr>
            <p14:xfrm>
              <a:off x="279133" y="3458387"/>
              <a:ext cx="2311920" cy="529560"/>
            </p14:xfrm>
          </p:contentPart>
        </mc:Choice>
        <mc:Fallback>
          <p:pic>
            <p:nvPicPr>
              <p:cNvPr id="12" name="Ink 11">
                <a:extLst>
                  <a:ext uri="{FF2B5EF4-FFF2-40B4-BE49-F238E27FC236}">
                    <a16:creationId xmlns:a16="http://schemas.microsoft.com/office/drawing/2014/main" id="{D52104D7-D444-F0A5-C044-7783B549D0E6}"/>
                  </a:ext>
                </a:extLst>
              </p:cNvPr>
              <p:cNvPicPr/>
              <p:nvPr/>
            </p:nvPicPr>
            <p:blipFill>
              <a:blip r:embed="rId23"/>
              <a:stretch>
                <a:fillRect/>
              </a:stretch>
            </p:blipFill>
            <p:spPr>
              <a:xfrm>
                <a:off x="265093" y="3444347"/>
                <a:ext cx="2340360" cy="558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Ink 12">
                <a:extLst>
                  <a:ext uri="{FF2B5EF4-FFF2-40B4-BE49-F238E27FC236}">
                    <a16:creationId xmlns:a16="http://schemas.microsoft.com/office/drawing/2014/main" id="{157628A7-4A1D-EB89-CCDB-274BD9DF8A37}"/>
                  </a:ext>
                </a:extLst>
              </p14:cNvPr>
              <p14:cNvContentPartPr/>
              <p14:nvPr/>
            </p14:nvContentPartPr>
            <p14:xfrm>
              <a:off x="4262893" y="3559907"/>
              <a:ext cx="406800" cy="283680"/>
            </p14:xfrm>
          </p:contentPart>
        </mc:Choice>
        <mc:Fallback>
          <p:pic>
            <p:nvPicPr>
              <p:cNvPr id="13" name="Ink 12">
                <a:extLst>
                  <a:ext uri="{FF2B5EF4-FFF2-40B4-BE49-F238E27FC236}">
                    <a16:creationId xmlns:a16="http://schemas.microsoft.com/office/drawing/2014/main" id="{157628A7-4A1D-EB89-CCDB-274BD9DF8A37}"/>
                  </a:ext>
                </a:extLst>
              </p:cNvPr>
              <p:cNvPicPr/>
              <p:nvPr/>
            </p:nvPicPr>
            <p:blipFill>
              <a:blip r:embed="rId25"/>
              <a:stretch>
                <a:fillRect/>
              </a:stretch>
            </p:blipFill>
            <p:spPr>
              <a:xfrm>
                <a:off x="4248493" y="3545867"/>
                <a:ext cx="43524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 name="Ink 13">
                <a:extLst>
                  <a:ext uri="{FF2B5EF4-FFF2-40B4-BE49-F238E27FC236}">
                    <a16:creationId xmlns:a16="http://schemas.microsoft.com/office/drawing/2014/main" id="{C16E975D-CB5F-E7B6-19F3-118C96F55BDA}"/>
                  </a:ext>
                </a:extLst>
              </p14:cNvPr>
              <p14:cNvContentPartPr/>
              <p14:nvPr/>
            </p14:nvContentPartPr>
            <p14:xfrm>
              <a:off x="7014373" y="3547307"/>
              <a:ext cx="474480" cy="343440"/>
            </p14:xfrm>
          </p:contentPart>
        </mc:Choice>
        <mc:Fallback>
          <p:pic>
            <p:nvPicPr>
              <p:cNvPr id="14" name="Ink 13">
                <a:extLst>
                  <a:ext uri="{FF2B5EF4-FFF2-40B4-BE49-F238E27FC236}">
                    <a16:creationId xmlns:a16="http://schemas.microsoft.com/office/drawing/2014/main" id="{C16E975D-CB5F-E7B6-19F3-118C96F55BDA}"/>
                  </a:ext>
                </a:extLst>
              </p:cNvPr>
              <p:cNvPicPr/>
              <p:nvPr/>
            </p:nvPicPr>
            <p:blipFill>
              <a:blip r:embed="rId27"/>
              <a:stretch>
                <a:fillRect/>
              </a:stretch>
            </p:blipFill>
            <p:spPr>
              <a:xfrm>
                <a:off x="7000333" y="3533267"/>
                <a:ext cx="502920" cy="371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ED785E90-B50C-3BA0-0379-7FAA6100D6C9}"/>
                  </a:ext>
                </a:extLst>
              </p14:cNvPr>
              <p14:cNvContentPartPr/>
              <p14:nvPr/>
            </p14:nvContentPartPr>
            <p14:xfrm>
              <a:off x="257893" y="3551627"/>
              <a:ext cx="1938960" cy="783000"/>
            </p14:xfrm>
          </p:contentPart>
        </mc:Choice>
        <mc:Fallback>
          <p:pic>
            <p:nvPicPr>
              <p:cNvPr id="17" name="Ink 16">
                <a:extLst>
                  <a:ext uri="{FF2B5EF4-FFF2-40B4-BE49-F238E27FC236}">
                    <a16:creationId xmlns:a16="http://schemas.microsoft.com/office/drawing/2014/main" id="{ED785E90-B50C-3BA0-0379-7FAA6100D6C9}"/>
                  </a:ext>
                </a:extLst>
              </p:cNvPr>
              <p:cNvPicPr/>
              <p:nvPr/>
            </p:nvPicPr>
            <p:blipFill>
              <a:blip r:embed="rId29"/>
              <a:stretch>
                <a:fillRect/>
              </a:stretch>
            </p:blipFill>
            <p:spPr>
              <a:xfrm>
                <a:off x="243850" y="3537234"/>
                <a:ext cx="1967405" cy="811427"/>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854BF42B-8648-0358-1187-1E1FA98C4689}"/>
                  </a:ext>
                </a:extLst>
              </p14:cNvPr>
              <p14:cNvContentPartPr/>
              <p14:nvPr/>
            </p14:nvContentPartPr>
            <p14:xfrm>
              <a:off x="435733" y="4245707"/>
              <a:ext cx="1729080" cy="483120"/>
            </p14:xfrm>
          </p:contentPart>
        </mc:Choice>
        <mc:Fallback>
          <p:pic>
            <p:nvPicPr>
              <p:cNvPr id="18" name="Ink 17">
                <a:extLst>
                  <a:ext uri="{FF2B5EF4-FFF2-40B4-BE49-F238E27FC236}">
                    <a16:creationId xmlns:a16="http://schemas.microsoft.com/office/drawing/2014/main" id="{854BF42B-8648-0358-1187-1E1FA98C4689}"/>
                  </a:ext>
                </a:extLst>
              </p:cNvPr>
              <p:cNvPicPr/>
              <p:nvPr/>
            </p:nvPicPr>
            <p:blipFill>
              <a:blip r:embed="rId31"/>
              <a:stretch>
                <a:fillRect/>
              </a:stretch>
            </p:blipFill>
            <p:spPr>
              <a:xfrm>
                <a:off x="421693" y="4231667"/>
                <a:ext cx="1757520" cy="5115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D7131443-F0BC-65AF-AA28-A549605071D2}"/>
                  </a:ext>
                </a:extLst>
              </p14:cNvPr>
              <p14:cNvContentPartPr/>
              <p14:nvPr/>
            </p14:nvContentPartPr>
            <p14:xfrm>
              <a:off x="7073773" y="4169747"/>
              <a:ext cx="527040" cy="516960"/>
            </p14:xfrm>
          </p:contentPart>
        </mc:Choice>
        <mc:Fallback>
          <p:pic>
            <p:nvPicPr>
              <p:cNvPr id="19" name="Ink 18">
                <a:extLst>
                  <a:ext uri="{FF2B5EF4-FFF2-40B4-BE49-F238E27FC236}">
                    <a16:creationId xmlns:a16="http://schemas.microsoft.com/office/drawing/2014/main" id="{D7131443-F0BC-65AF-AA28-A549605071D2}"/>
                  </a:ext>
                </a:extLst>
              </p:cNvPr>
              <p:cNvPicPr/>
              <p:nvPr/>
            </p:nvPicPr>
            <p:blipFill>
              <a:blip r:embed="rId33"/>
              <a:stretch>
                <a:fillRect/>
              </a:stretch>
            </p:blipFill>
            <p:spPr>
              <a:xfrm>
                <a:off x="7059373" y="4155347"/>
                <a:ext cx="555480" cy="5454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D0057B3E-23CB-11A2-A01C-528FBC95CB16}"/>
                  </a:ext>
                </a:extLst>
              </p14:cNvPr>
              <p14:cNvContentPartPr/>
              <p14:nvPr/>
            </p14:nvContentPartPr>
            <p14:xfrm>
              <a:off x="4284133" y="4254347"/>
              <a:ext cx="523080" cy="419400"/>
            </p14:xfrm>
          </p:contentPart>
        </mc:Choice>
        <mc:Fallback>
          <p:pic>
            <p:nvPicPr>
              <p:cNvPr id="20" name="Ink 19">
                <a:extLst>
                  <a:ext uri="{FF2B5EF4-FFF2-40B4-BE49-F238E27FC236}">
                    <a16:creationId xmlns:a16="http://schemas.microsoft.com/office/drawing/2014/main" id="{D0057B3E-23CB-11A2-A01C-528FBC95CB16}"/>
                  </a:ext>
                </a:extLst>
              </p:cNvPr>
              <p:cNvPicPr/>
              <p:nvPr/>
            </p:nvPicPr>
            <p:blipFill>
              <a:blip r:embed="rId35"/>
              <a:stretch>
                <a:fillRect/>
              </a:stretch>
            </p:blipFill>
            <p:spPr>
              <a:xfrm>
                <a:off x="4269733" y="4239947"/>
                <a:ext cx="551520" cy="447840"/>
              </a:xfrm>
              <a:prstGeom prst="rect">
                <a:avLst/>
              </a:prstGeom>
            </p:spPr>
          </p:pic>
        </mc:Fallback>
      </mc:AlternateContent>
    </p:spTree>
    <p:extLst>
      <p:ext uri="{BB962C8B-B14F-4D97-AF65-F5344CB8AC3E}">
        <p14:creationId xmlns:p14="http://schemas.microsoft.com/office/powerpoint/2010/main" val="20946212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Mining Model in Use</a:t>
            </a:r>
          </a:p>
        </p:txBody>
      </p:sp>
      <p:graphicFrame>
        <p:nvGraphicFramePr>
          <p:cNvPr id="67590" name="Object 5"/>
          <p:cNvGraphicFramePr>
            <a:graphicFrameLocks noChangeAspect="1"/>
          </p:cNvGraphicFramePr>
          <p:nvPr/>
        </p:nvGraphicFramePr>
        <p:xfrm>
          <a:off x="381000" y="2286000"/>
          <a:ext cx="8077200" cy="1779588"/>
        </p:xfrm>
        <a:graphic>
          <a:graphicData uri="http://schemas.openxmlformats.org/presentationml/2006/ole">
            <mc:AlternateContent xmlns:mc="http://schemas.openxmlformats.org/markup-compatibility/2006">
              <mc:Choice xmlns:v="urn:schemas-microsoft-com:vml" Requires="v">
                <p:oleObj name="VISIO" r:id="rId3" imgW="5016240" imgH="1104120" progId="Visio.Drawing.6">
                  <p:embed/>
                </p:oleObj>
              </mc:Choice>
              <mc:Fallback>
                <p:oleObj name="VISIO" r:id="rId3" imgW="5016240" imgH="1104120" progId="Visio.Drawing.6">
                  <p:embed/>
                  <p:pic>
                    <p:nvPicPr>
                      <p:cNvPr id="6759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86000"/>
                        <a:ext cx="8077200" cy="177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591" name="Line 6"/>
          <p:cNvSpPr>
            <a:spLocks noChangeShapeType="1"/>
          </p:cNvSpPr>
          <p:nvPr/>
        </p:nvSpPr>
        <p:spPr bwMode="auto">
          <a:xfrm flipV="1">
            <a:off x="1365662" y="3733800"/>
            <a:ext cx="5938" cy="980704"/>
          </a:xfrm>
          <a:prstGeom prst="line">
            <a:avLst/>
          </a:prstGeom>
          <a:noFill/>
          <a:ln w="25400">
            <a:solidFill>
              <a:srgbClr val="671E97"/>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xmlns:a14="http://schemas.microsoft.com/office/drawing/2010/main">
        <mc:Choice Requires="a14">
          <p:sp>
            <p:nvSpPr>
              <p:cNvPr id="67592" name="Text Box 7"/>
              <p:cNvSpPr txBox="1">
                <a:spLocks noChangeArrowheads="1"/>
              </p:cNvSpPr>
              <p:nvPr/>
            </p:nvSpPr>
            <p:spPr bwMode="auto">
              <a:xfrm>
                <a:off x="0" y="4803775"/>
                <a:ext cx="3479469" cy="10156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2000" dirty="0">
                    <a:solidFill>
                      <a:srgbClr val="671E97"/>
                    </a:solidFill>
                    <a:latin typeface="Tahoma" pitchFamily="34" charset="0"/>
                  </a:rPr>
                  <a:t>What is probability of attrition of this customer with characteristics </a:t>
                </a:r>
                <a14:m>
                  <m:oMath xmlns:m="http://schemas.openxmlformats.org/officeDocument/2006/math">
                    <m:r>
                      <a:rPr lang="en-US" altLang="en-US" sz="2000" i="1" dirty="0" smtClean="0">
                        <a:solidFill>
                          <a:srgbClr val="671E97"/>
                        </a:solidFill>
                        <a:latin typeface="Cambria Math"/>
                      </a:rPr>
                      <m:t>𝑋</m:t>
                    </m:r>
                    <m:r>
                      <a:rPr lang="en-US" altLang="en-US" sz="2000" i="1" dirty="0" smtClean="0">
                        <a:solidFill>
                          <a:srgbClr val="671E97"/>
                        </a:solidFill>
                        <a:latin typeface="Cambria Math"/>
                      </a:rPr>
                      <m:t>, </m:t>
                    </m:r>
                    <m:r>
                      <a:rPr lang="en-US" altLang="en-US" sz="2000" i="1" dirty="0" smtClean="0">
                        <a:solidFill>
                          <a:srgbClr val="671E97"/>
                        </a:solidFill>
                        <a:latin typeface="Cambria Math"/>
                      </a:rPr>
                      <m:t>𝑌</m:t>
                    </m:r>
                    <m:r>
                      <a:rPr lang="en-US" altLang="en-US" sz="2000" i="1" dirty="0" smtClean="0">
                        <a:solidFill>
                          <a:srgbClr val="671E97"/>
                        </a:solidFill>
                        <a:latin typeface="Cambria Math"/>
                      </a:rPr>
                      <m:t>, </m:t>
                    </m:r>
                    <m:r>
                      <a:rPr lang="en-US" altLang="en-US" sz="2000" i="1" dirty="0" smtClean="0">
                        <a:solidFill>
                          <a:srgbClr val="671E97"/>
                        </a:solidFill>
                        <a:latin typeface="Cambria Math"/>
                      </a:rPr>
                      <m:t>𝑍</m:t>
                    </m:r>
                  </m:oMath>
                </a14:m>
                <a:r>
                  <a:rPr lang="en-US" altLang="en-US" sz="2000" dirty="0">
                    <a:solidFill>
                      <a:srgbClr val="671E97"/>
                    </a:solidFill>
                    <a:latin typeface="Tahoma" pitchFamily="34" charset="0"/>
                  </a:rPr>
                  <a:t>?</a:t>
                </a:r>
              </a:p>
            </p:txBody>
          </p:sp>
        </mc:Choice>
        <mc:Fallback xmlns="">
          <p:sp>
            <p:nvSpPr>
              <p:cNvPr id="67592" name="Text Box 7"/>
              <p:cNvSpPr txBox="1">
                <a:spLocks noRot="1" noChangeAspect="1" noMove="1" noResize="1" noEditPoints="1" noAdjustHandles="1" noChangeArrowheads="1" noChangeShapeType="1" noTextEdit="1"/>
              </p:cNvSpPr>
              <p:nvPr/>
            </p:nvSpPr>
            <p:spPr bwMode="auto">
              <a:xfrm>
                <a:off x="0" y="4803775"/>
                <a:ext cx="3479469" cy="1015663"/>
              </a:xfrm>
              <a:prstGeom prst="rect">
                <a:avLst/>
              </a:prstGeom>
              <a:blipFill rotWithShape="1">
                <a:blip r:embed="rId6"/>
                <a:stretch>
                  <a:fillRect t="-2994" b="-958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7593" name="Line 8"/>
          <p:cNvSpPr>
            <a:spLocks noChangeShapeType="1"/>
          </p:cNvSpPr>
          <p:nvPr/>
        </p:nvSpPr>
        <p:spPr bwMode="auto">
          <a:xfrm flipH="1" flipV="1">
            <a:off x="7623955" y="3598221"/>
            <a:ext cx="23753" cy="1128157"/>
          </a:xfrm>
          <a:prstGeom prst="line">
            <a:avLst/>
          </a:prstGeom>
          <a:noFill/>
          <a:ln w="25400">
            <a:solidFill>
              <a:srgbClr val="671E97"/>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xmlns:a14="http://schemas.microsoft.com/office/drawing/2010/main">
        <mc:Choice Requires="a14">
          <p:sp>
            <p:nvSpPr>
              <p:cNvPr id="67594" name="Text Box 9"/>
              <p:cNvSpPr txBox="1">
                <a:spLocks noChangeArrowheads="1"/>
              </p:cNvSpPr>
              <p:nvPr/>
            </p:nvSpPr>
            <p:spPr bwMode="auto">
              <a:xfrm>
                <a:off x="6080166" y="4862472"/>
                <a:ext cx="2590800" cy="39846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14:m>
                  <m:oMathPara xmlns:m="http://schemas.openxmlformats.org/officeDocument/2006/math">
                    <m:oMathParaPr>
                      <m:jc m:val="centerGroup"/>
                    </m:oMathParaPr>
                    <m:oMath xmlns:m="http://schemas.openxmlformats.org/officeDocument/2006/math">
                      <m:r>
                        <a:rPr lang="en-US" altLang="en-US" sz="2000" i="1" dirty="0" smtClean="0">
                          <a:solidFill>
                            <a:srgbClr val="671E97"/>
                          </a:solidFill>
                          <a:latin typeface="Cambria Math"/>
                        </a:rPr>
                        <m:t>𝑝</m:t>
                      </m:r>
                      <m:r>
                        <a:rPr lang="en-US" altLang="en-US" sz="2000" i="1" dirty="0" smtClean="0">
                          <a:solidFill>
                            <a:srgbClr val="671E97"/>
                          </a:solidFill>
                          <a:latin typeface="Cambria Math"/>
                        </a:rPr>
                        <m:t>(</m:t>
                      </m:r>
                      <m:r>
                        <a:rPr lang="en-US" altLang="en-US" sz="2000" i="1" dirty="0" smtClean="0">
                          <a:solidFill>
                            <a:srgbClr val="671E97"/>
                          </a:solidFill>
                          <a:latin typeface="Cambria Math"/>
                        </a:rPr>
                        <m:t>𝐶</m:t>
                      </m:r>
                      <m:r>
                        <a:rPr lang="en-US" altLang="en-US" sz="2000" i="1" dirty="0" smtClean="0">
                          <a:solidFill>
                            <a:srgbClr val="671E97"/>
                          </a:solidFill>
                          <a:latin typeface="Cambria Math"/>
                        </a:rPr>
                        <m:t>|</m:t>
                      </m:r>
                      <m:r>
                        <a:rPr lang="en-US" altLang="en-US" sz="2000" i="1" dirty="0" smtClean="0">
                          <a:solidFill>
                            <a:srgbClr val="671E97"/>
                          </a:solidFill>
                          <a:latin typeface="Cambria Math"/>
                        </a:rPr>
                        <m:t>𝑋</m:t>
                      </m:r>
                      <m:r>
                        <a:rPr lang="en-US" altLang="en-US" sz="2000" i="1" dirty="0" smtClean="0">
                          <a:solidFill>
                            <a:srgbClr val="671E97"/>
                          </a:solidFill>
                          <a:latin typeface="Cambria Math"/>
                        </a:rPr>
                        <m:t>,</m:t>
                      </m:r>
                      <m:r>
                        <a:rPr lang="en-US" altLang="en-US" sz="2000" i="1" dirty="0" smtClean="0">
                          <a:solidFill>
                            <a:srgbClr val="671E97"/>
                          </a:solidFill>
                          <a:latin typeface="Cambria Math"/>
                        </a:rPr>
                        <m:t>𝑌</m:t>
                      </m:r>
                      <m:r>
                        <a:rPr lang="en-US" altLang="en-US" sz="2000" i="1" dirty="0" smtClean="0">
                          <a:solidFill>
                            <a:srgbClr val="671E97"/>
                          </a:solidFill>
                          <a:latin typeface="Cambria Math"/>
                        </a:rPr>
                        <m:t>,</m:t>
                      </m:r>
                      <m:r>
                        <a:rPr lang="en-US" altLang="en-US" sz="2000" i="1" dirty="0" smtClean="0">
                          <a:solidFill>
                            <a:srgbClr val="671E97"/>
                          </a:solidFill>
                          <a:latin typeface="Cambria Math"/>
                        </a:rPr>
                        <m:t>𝑍</m:t>
                      </m:r>
                      <m:r>
                        <a:rPr lang="en-US" altLang="en-US" sz="2000" i="1" dirty="0" smtClean="0">
                          <a:solidFill>
                            <a:srgbClr val="671E97"/>
                          </a:solidFill>
                          <a:latin typeface="Cambria Math"/>
                        </a:rPr>
                        <m:t>) = 0.85</m:t>
                      </m:r>
                    </m:oMath>
                  </m:oMathPara>
                </a14:m>
                <a:endParaRPr lang="en-US" altLang="en-US" sz="2000" dirty="0">
                  <a:solidFill>
                    <a:srgbClr val="671E97"/>
                  </a:solidFill>
                  <a:latin typeface="Tahoma" pitchFamily="34" charset="0"/>
                </a:endParaRPr>
              </a:p>
            </p:txBody>
          </p:sp>
        </mc:Choice>
        <mc:Fallback xmlns="">
          <p:sp>
            <p:nvSpPr>
              <p:cNvPr id="67594" name="Text Box 9"/>
              <p:cNvSpPr txBox="1">
                <a:spLocks noRot="1" noChangeAspect="1" noMove="1" noResize="1" noEditPoints="1" noAdjustHandles="1" noChangeArrowheads="1" noChangeShapeType="1" noTextEdit="1"/>
              </p:cNvSpPr>
              <p:nvPr/>
            </p:nvSpPr>
            <p:spPr bwMode="auto">
              <a:xfrm>
                <a:off x="6080166" y="4862472"/>
                <a:ext cx="2590800" cy="398462"/>
              </a:xfrm>
              <a:prstGeom prst="rect">
                <a:avLst/>
              </a:prstGeom>
              <a:blipFill rotWithShape="1">
                <a:blip r:embed="rId7"/>
                <a:stretch>
                  <a:fillRect b="-1846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65736394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9" name="Object 4"/>
          <p:cNvGraphicFramePr>
            <a:graphicFrameLocks noChangeAspect="1"/>
          </p:cNvGraphicFramePr>
          <p:nvPr/>
        </p:nvGraphicFramePr>
        <p:xfrm>
          <a:off x="1753482" y="1664924"/>
          <a:ext cx="5180718" cy="4062546"/>
        </p:xfrm>
        <a:graphic>
          <a:graphicData uri="http://schemas.openxmlformats.org/presentationml/2006/ole">
            <mc:AlternateContent xmlns:mc="http://schemas.openxmlformats.org/markup-compatibility/2006">
              <mc:Choice xmlns:v="urn:schemas-microsoft-com:vml" Requires="v">
                <p:oleObj name="VISIO" r:id="rId3" imgW="5055108" imgH="3971544" progId="Visio.Drawing.6">
                  <p:embed/>
                </p:oleObj>
              </mc:Choice>
              <mc:Fallback>
                <p:oleObj name="VISIO" r:id="rId3" imgW="5055108" imgH="3971544" progId="Visio.Drawing.6">
                  <p:embed/>
                  <p:pic>
                    <p:nvPicPr>
                      <p:cNvPr id="2662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3482" y="1664924"/>
                        <a:ext cx="5180718" cy="4062546"/>
                      </a:xfrm>
                      <a:prstGeom prst="rect">
                        <a:avLst/>
                      </a:prstGeom>
                      <a:noFill/>
                      <a:ln>
                        <a:noFill/>
                      </a:ln>
                      <a:effectLst/>
                    </p:spPr>
                  </p:pic>
                </p:oleObj>
              </mc:Fallback>
            </mc:AlternateContent>
          </a:graphicData>
        </a:graphic>
      </p:graphicFrame>
      <p:sp>
        <p:nvSpPr>
          <p:cNvPr id="26630" name="Text Box 5"/>
          <p:cNvSpPr txBox="1">
            <a:spLocks noChangeArrowheads="1"/>
          </p:cNvSpPr>
          <p:nvPr/>
        </p:nvSpPr>
        <p:spPr bwMode="auto">
          <a:xfrm>
            <a:off x="2414649" y="989622"/>
            <a:ext cx="319246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lr>
                <a:schemeClr val="accent2"/>
              </a:buClr>
              <a:buSzPct val="90000"/>
              <a:buFont typeface="Wingdings" pitchFamily="2" charset="2"/>
              <a:buBlip>
                <a:blip r:embed="rId5"/>
              </a:buBlip>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lr>
                <a:schemeClr val="folHlink"/>
              </a:buClr>
              <a:buSzPct val="90000"/>
              <a:buFont typeface="Wingdings" pitchFamily="2" charset="2"/>
              <a:buBlip>
                <a:blip r:embed="rId6"/>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9pPr>
          </a:lstStyle>
          <a:p>
            <a:pPr algn="r" eaLnBrk="1" hangingPunct="1">
              <a:spcBef>
                <a:spcPct val="0"/>
              </a:spcBef>
              <a:buClrTx/>
              <a:buSzTx/>
              <a:buFontTx/>
              <a:buNone/>
            </a:pPr>
            <a:r>
              <a:rPr lang="en-US" altLang="en-US" sz="2000" b="1" dirty="0">
                <a:latin typeface="Tahoma" pitchFamily="34" charset="0"/>
              </a:rPr>
              <a:t>“Supervised” modeling:</a:t>
            </a:r>
          </a:p>
        </p:txBody>
      </p:sp>
      <p:sp>
        <p:nvSpPr>
          <p:cNvPr id="26631" name="Text Box 6"/>
          <p:cNvSpPr txBox="1">
            <a:spLocks noChangeArrowheads="1"/>
          </p:cNvSpPr>
          <p:nvPr/>
        </p:nvSpPr>
        <p:spPr bwMode="auto">
          <a:xfrm>
            <a:off x="1295400" y="4461175"/>
            <a:ext cx="18780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lr>
                <a:schemeClr val="accent2"/>
              </a:buClr>
              <a:buSzPct val="90000"/>
              <a:buFont typeface="Wingdings" pitchFamily="2" charset="2"/>
              <a:buBlip>
                <a:blip r:embed="rId5"/>
              </a:buBlip>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lr>
                <a:schemeClr val="folHlink"/>
              </a:buClr>
              <a:buSzPct val="90000"/>
              <a:buFont typeface="Wingdings" pitchFamily="2" charset="2"/>
              <a:buBlip>
                <a:blip r:embed="rId6"/>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9pPr>
          </a:lstStyle>
          <a:p>
            <a:pPr algn="r" eaLnBrk="1" hangingPunct="1">
              <a:spcBef>
                <a:spcPct val="0"/>
              </a:spcBef>
              <a:buClrTx/>
              <a:buSzTx/>
              <a:buFontTx/>
              <a:buNone/>
            </a:pPr>
            <a:r>
              <a:rPr lang="en-US" altLang="en-US" sz="2000" b="1">
                <a:solidFill>
                  <a:schemeClr val="bg1"/>
                </a:solidFill>
                <a:latin typeface="Tahoma" pitchFamily="34" charset="0"/>
              </a:rPr>
              <a:t>Model in use:</a:t>
            </a:r>
          </a:p>
        </p:txBody>
      </p:sp>
      <p:sp>
        <p:nvSpPr>
          <p:cNvPr id="26632" name="Text Box 7"/>
          <p:cNvSpPr txBox="1">
            <a:spLocks noChangeArrowheads="1"/>
          </p:cNvSpPr>
          <p:nvPr/>
        </p:nvSpPr>
        <p:spPr bwMode="auto">
          <a:xfrm>
            <a:off x="233478" y="3318175"/>
            <a:ext cx="28113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lr>
                <a:schemeClr val="accent2"/>
              </a:buClr>
              <a:buSzPct val="90000"/>
              <a:buFont typeface="Wingdings" pitchFamily="2" charset="2"/>
              <a:buBlip>
                <a:blip r:embed="rId5"/>
              </a:buBlip>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lr>
                <a:schemeClr val="folHlink"/>
              </a:buClr>
              <a:buSzPct val="90000"/>
              <a:buFont typeface="Wingdings" pitchFamily="2" charset="2"/>
              <a:buBlip>
                <a:blip r:embed="rId6"/>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9pPr>
          </a:lstStyle>
          <a:p>
            <a:pPr algn="r" eaLnBrk="1" hangingPunct="1">
              <a:spcBef>
                <a:spcPct val="0"/>
              </a:spcBef>
              <a:buClrTx/>
              <a:buSzTx/>
              <a:buFontTx/>
              <a:buNone/>
            </a:pPr>
            <a:r>
              <a:rPr lang="en-US" altLang="en-US" sz="2000" dirty="0">
                <a:solidFill>
                  <a:srgbClr val="671E97"/>
                </a:solidFill>
                <a:latin typeface="Tahoma" pitchFamily="34" charset="0"/>
              </a:rPr>
              <a:t>“Training” data have all</a:t>
            </a:r>
          </a:p>
          <a:p>
            <a:pPr algn="ctr" eaLnBrk="1" hangingPunct="1">
              <a:spcBef>
                <a:spcPct val="0"/>
              </a:spcBef>
              <a:buClrTx/>
              <a:buSzTx/>
              <a:buFontTx/>
              <a:buNone/>
            </a:pPr>
            <a:r>
              <a:rPr lang="en-US" altLang="en-US" sz="2000" dirty="0">
                <a:solidFill>
                  <a:srgbClr val="671E97"/>
                </a:solidFill>
                <a:latin typeface="Tahoma" pitchFamily="34" charset="0"/>
              </a:rPr>
              <a:t>values specified</a:t>
            </a:r>
          </a:p>
        </p:txBody>
      </p:sp>
      <p:sp>
        <p:nvSpPr>
          <p:cNvPr id="26633" name="Line 8"/>
          <p:cNvSpPr>
            <a:spLocks noChangeShapeType="1"/>
          </p:cNvSpPr>
          <p:nvPr/>
        </p:nvSpPr>
        <p:spPr bwMode="auto">
          <a:xfrm flipV="1">
            <a:off x="2209800" y="2937175"/>
            <a:ext cx="152400" cy="381000"/>
          </a:xfrm>
          <a:prstGeom prst="line">
            <a:avLst/>
          </a:prstGeom>
          <a:noFill/>
          <a:ln w="25400">
            <a:solidFill>
              <a:srgbClr val="671E97"/>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34" name="Text Box 9"/>
          <p:cNvSpPr txBox="1">
            <a:spLocks noChangeArrowheads="1"/>
          </p:cNvSpPr>
          <p:nvPr/>
        </p:nvSpPr>
        <p:spPr bwMode="auto">
          <a:xfrm>
            <a:off x="304800" y="5668498"/>
            <a:ext cx="720407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lr>
                <a:schemeClr val="accent2"/>
              </a:buClr>
              <a:buSzPct val="90000"/>
              <a:buFont typeface="Wingdings" pitchFamily="2" charset="2"/>
              <a:buBlip>
                <a:blip r:embed="rId5"/>
              </a:buBlip>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lr>
                <a:schemeClr val="folHlink"/>
              </a:buClr>
              <a:buSzPct val="90000"/>
              <a:buFont typeface="Wingdings" pitchFamily="2" charset="2"/>
              <a:buBlip>
                <a:blip r:embed="rId6"/>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6"/>
              </a:buBlip>
              <a:defRPr sz="2000">
                <a:solidFill>
                  <a:schemeClr val="tx1"/>
                </a:solidFill>
                <a:latin typeface="Arial" charset="0"/>
              </a:defRPr>
            </a:lvl9pPr>
          </a:lstStyle>
          <a:p>
            <a:pPr algn="r" eaLnBrk="1" hangingPunct="1">
              <a:spcBef>
                <a:spcPct val="0"/>
              </a:spcBef>
              <a:buClrTx/>
              <a:buSzTx/>
              <a:buFontTx/>
              <a:buNone/>
            </a:pPr>
            <a:r>
              <a:rPr lang="en-US" altLang="en-US" sz="2000" dirty="0">
                <a:solidFill>
                  <a:srgbClr val="671E97"/>
                </a:solidFill>
                <a:latin typeface="Tahoma" pitchFamily="34" charset="0"/>
              </a:rPr>
              <a:t>New data item has some value unknown (e.g., will she leave?)</a:t>
            </a:r>
          </a:p>
        </p:txBody>
      </p:sp>
      <p:sp>
        <p:nvSpPr>
          <p:cNvPr id="26635" name="Line 10"/>
          <p:cNvSpPr>
            <a:spLocks noChangeShapeType="1"/>
          </p:cNvSpPr>
          <p:nvPr/>
        </p:nvSpPr>
        <p:spPr bwMode="auto">
          <a:xfrm flipV="1">
            <a:off x="1219200" y="5391659"/>
            <a:ext cx="609600" cy="304800"/>
          </a:xfrm>
          <a:prstGeom prst="line">
            <a:avLst/>
          </a:prstGeom>
          <a:noFill/>
          <a:ln w="25400">
            <a:solidFill>
              <a:srgbClr val="671E97"/>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 name="Title 2"/>
          <p:cNvSpPr>
            <a:spLocks noGrp="1"/>
          </p:cNvSpPr>
          <p:nvPr>
            <p:ph type="title"/>
          </p:nvPr>
        </p:nvSpPr>
        <p:spPr/>
        <p:txBody>
          <a:bodyPr>
            <a:normAutofit/>
          </a:bodyPr>
          <a:lstStyle/>
          <a:p>
            <a:r>
              <a:rPr lang="en-US" sz="4000" dirty="0"/>
              <a:t>Machine Learning Training versus Use of the Model</a:t>
            </a:r>
          </a:p>
        </p:txBody>
      </p:sp>
    </p:spTree>
    <p:extLst>
      <p:ext uri="{BB962C8B-B14F-4D97-AF65-F5344CB8AC3E}">
        <p14:creationId xmlns:p14="http://schemas.microsoft.com/office/powerpoint/2010/main" val="115688092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Classical Pitfalls in DM setup</a:t>
            </a:r>
          </a:p>
        </p:txBody>
      </p:sp>
      <p:sp>
        <p:nvSpPr>
          <p:cNvPr id="3" name="Content Placeholder 2"/>
          <p:cNvSpPr>
            <a:spLocks noGrp="1"/>
          </p:cNvSpPr>
          <p:nvPr>
            <p:ph idx="1"/>
          </p:nvPr>
        </p:nvSpPr>
        <p:spPr/>
        <p:txBody>
          <a:bodyPr/>
          <a:lstStyle/>
          <a:p>
            <a:pPr>
              <a:buFont typeface="Arial" panose="020B0604020202020204" pitchFamily="34" charset="0"/>
              <a:buChar char="•"/>
              <a:defRPr/>
            </a:pPr>
            <a:r>
              <a:rPr lang="en-US" dirty="0"/>
              <a:t>The training data is NOT consistent with the use</a:t>
            </a:r>
          </a:p>
          <a:p>
            <a:pPr>
              <a:buFont typeface="Arial" panose="020B0604020202020204" pitchFamily="34" charset="0"/>
              <a:buChar char="•"/>
              <a:defRPr/>
            </a:pPr>
            <a:endParaRPr lang="en-US" dirty="0"/>
          </a:p>
          <a:p>
            <a:pPr>
              <a:buFont typeface="Arial" panose="020B0604020202020204" pitchFamily="34" charset="0"/>
              <a:buChar char="•"/>
              <a:defRPr/>
            </a:pPr>
            <a:r>
              <a:rPr lang="en-US" dirty="0"/>
              <a:t>Bad sample</a:t>
            </a:r>
          </a:p>
          <a:p>
            <a:pPr>
              <a:buFont typeface="Arial" panose="020B0604020202020204" pitchFamily="34" charset="0"/>
              <a:buChar char="•"/>
              <a:defRPr/>
            </a:pPr>
            <a:r>
              <a:rPr lang="en-US" dirty="0"/>
              <a:t>Bad features </a:t>
            </a:r>
          </a:p>
        </p:txBody>
      </p:sp>
    </p:spTree>
    <p:extLst>
      <p:ext uri="{BB962C8B-B14F-4D97-AF65-F5344CB8AC3E}">
        <p14:creationId xmlns:p14="http://schemas.microsoft.com/office/powerpoint/2010/main" val="2466343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sz="3600" dirty="0"/>
              <a:t>Sample: “Looking Under the Streetlight”</a:t>
            </a:r>
          </a:p>
        </p:txBody>
      </p:sp>
      <p:sp>
        <p:nvSpPr>
          <p:cNvPr id="3" name="Content Placeholder 2"/>
          <p:cNvSpPr>
            <a:spLocks noGrp="1"/>
          </p:cNvSpPr>
          <p:nvPr>
            <p:ph sz="half" idx="1"/>
          </p:nvPr>
        </p:nvSpPr>
        <p:spPr/>
        <p:txBody>
          <a:bodyPr/>
          <a:lstStyle/>
          <a:p>
            <a:pPr>
              <a:buFont typeface="Arial" panose="020B0604020202020204" pitchFamily="34" charset="0"/>
              <a:buChar char="•"/>
              <a:defRPr/>
            </a:pPr>
            <a:r>
              <a:rPr lang="en-US" dirty="0"/>
              <a:t>Target Proxy</a:t>
            </a:r>
          </a:p>
          <a:p>
            <a:pPr lvl="2">
              <a:defRPr/>
            </a:pPr>
            <a:r>
              <a:rPr lang="en-US" sz="1800" dirty="0"/>
              <a:t>I do not see if a person after seeing an ad bought the book, so lets model clicks …</a:t>
            </a:r>
          </a:p>
          <a:p>
            <a:pPr>
              <a:buFont typeface="Arial" panose="020B0604020202020204" pitchFamily="34" charset="0"/>
              <a:buChar char="•"/>
              <a:defRPr/>
            </a:pPr>
            <a:r>
              <a:rPr lang="en-US" dirty="0"/>
              <a:t>Sample Proxy</a:t>
            </a:r>
          </a:p>
          <a:p>
            <a:pPr lvl="2">
              <a:defRPr/>
            </a:pPr>
            <a:r>
              <a:rPr lang="en-US" sz="1800" dirty="0"/>
              <a:t>I want to run a campaign in Spain but only have data on US customers</a:t>
            </a:r>
          </a:p>
        </p:txBody>
      </p:sp>
      <p:pic>
        <p:nvPicPr>
          <p:cNvPr id="5" name="Picture 4">
            <a:extLst>
              <a:ext uri="{FF2B5EF4-FFF2-40B4-BE49-F238E27FC236}">
                <a16:creationId xmlns:a16="http://schemas.microsoft.com/office/drawing/2014/main" id="{DCEBB319-686D-DF45-92CB-723E40B6E925}"/>
              </a:ext>
            </a:extLst>
          </p:cNvPr>
          <p:cNvPicPr>
            <a:picLocks noChangeAspect="1"/>
          </p:cNvPicPr>
          <p:nvPr/>
        </p:nvPicPr>
        <p:blipFill>
          <a:blip r:embed="rId3"/>
          <a:stretch>
            <a:fillRect/>
          </a:stretch>
        </p:blipFill>
        <p:spPr>
          <a:xfrm>
            <a:off x="4514850" y="1531334"/>
            <a:ext cx="4590975" cy="4645629"/>
          </a:xfrm>
          <a:prstGeom prst="rect">
            <a:avLst/>
          </a:prstGeom>
        </p:spPr>
      </p:pic>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C2D7164A-1F80-03EE-3537-E68F1792FC4A}"/>
                  </a:ext>
                </a:extLst>
              </p14:cNvPr>
              <p14:cNvContentPartPr/>
              <p14:nvPr/>
            </p14:nvContentPartPr>
            <p14:xfrm>
              <a:off x="6079936" y="5894290"/>
              <a:ext cx="250920" cy="25560"/>
            </p14:xfrm>
          </p:contentPart>
        </mc:Choice>
        <mc:Fallback xmlns="">
          <p:pic>
            <p:nvPicPr>
              <p:cNvPr id="13" name="Ink 12">
                <a:extLst>
                  <a:ext uri="{FF2B5EF4-FFF2-40B4-BE49-F238E27FC236}">
                    <a16:creationId xmlns:a16="http://schemas.microsoft.com/office/drawing/2014/main" id="{C2D7164A-1F80-03EE-3537-E68F1792FC4A}"/>
                  </a:ext>
                </a:extLst>
              </p:cNvPr>
              <p:cNvPicPr/>
              <p:nvPr/>
            </p:nvPicPr>
            <p:blipFill>
              <a:blip r:embed="rId11"/>
              <a:stretch>
                <a:fillRect/>
              </a:stretch>
            </p:blipFill>
            <p:spPr>
              <a:xfrm>
                <a:off x="6069496" y="5883850"/>
                <a:ext cx="272160" cy="46800"/>
              </a:xfrm>
              <a:prstGeom prst="rect">
                <a:avLst/>
              </a:prstGeom>
            </p:spPr>
          </p:pic>
        </mc:Fallback>
      </mc:AlternateContent>
    </p:spTree>
    <p:extLst>
      <p:ext uri="{BB962C8B-B14F-4D97-AF65-F5344CB8AC3E}">
        <p14:creationId xmlns:p14="http://schemas.microsoft.com/office/powerpoint/2010/main" val="5957583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Sample: “Survivorship issues”</a:t>
            </a:r>
          </a:p>
        </p:txBody>
      </p:sp>
      <p:sp>
        <p:nvSpPr>
          <p:cNvPr id="3" name="Content Placeholder 2"/>
          <p:cNvSpPr>
            <a:spLocks noGrp="1"/>
          </p:cNvSpPr>
          <p:nvPr>
            <p:ph idx="1"/>
          </p:nvPr>
        </p:nvSpPr>
        <p:spPr/>
        <p:txBody>
          <a:bodyPr/>
          <a:lstStyle/>
          <a:p>
            <a:pPr>
              <a:buFont typeface="Arial" panose="020B0604020202020204" pitchFamily="34" charset="0"/>
              <a:buChar char="•"/>
              <a:defRPr/>
            </a:pPr>
            <a:r>
              <a:rPr lang="en-US" dirty="0"/>
              <a:t>Lending club wants to have a model to take over the screening process that selects applications and deny those that are likely to default</a:t>
            </a:r>
          </a:p>
          <a:p>
            <a:pPr>
              <a:buFont typeface="Arial" panose="020B0604020202020204" pitchFamily="34" charset="0"/>
              <a:buChar char="•"/>
              <a:defRPr/>
            </a:pPr>
            <a:r>
              <a:rPr lang="en-US" dirty="0"/>
              <a:t>Data of past loans and the outcomes are provided</a:t>
            </a:r>
          </a:p>
          <a:p>
            <a:pPr>
              <a:buFont typeface="Arial" panose="020B0604020202020204" pitchFamily="34" charset="0"/>
              <a:buChar char="•"/>
              <a:defRPr/>
            </a:pPr>
            <a:r>
              <a:rPr lang="en-US" dirty="0"/>
              <a:t>Bad: </a:t>
            </a:r>
          </a:p>
          <a:p>
            <a:pPr lvl="2">
              <a:defRPr/>
            </a:pPr>
            <a:r>
              <a:rPr lang="en-US" sz="1800" dirty="0"/>
              <a:t>Use the data they currently have to predict default while ignore the population that was rejected initially. </a:t>
            </a:r>
          </a:p>
        </p:txBody>
      </p:sp>
    </p:spTree>
    <p:extLst>
      <p:ext uri="{BB962C8B-B14F-4D97-AF65-F5344CB8AC3E}">
        <p14:creationId xmlns:p14="http://schemas.microsoft.com/office/powerpoint/2010/main" val="1727686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Sample: Different Sources</a:t>
            </a:r>
          </a:p>
        </p:txBody>
      </p:sp>
      <p:sp>
        <p:nvSpPr>
          <p:cNvPr id="3" name="Content Placeholder 2"/>
          <p:cNvSpPr>
            <a:spLocks noGrp="1"/>
          </p:cNvSpPr>
          <p:nvPr>
            <p:ph idx="1"/>
          </p:nvPr>
        </p:nvSpPr>
        <p:spPr/>
        <p:txBody>
          <a:bodyPr/>
          <a:lstStyle/>
          <a:p>
            <a:pPr>
              <a:buFont typeface="Arial" panose="020B0604020202020204" pitchFamily="34" charset="0"/>
              <a:buChar char="•"/>
              <a:defRPr/>
            </a:pPr>
            <a:r>
              <a:rPr lang="en-US" dirty="0"/>
              <a:t>Things go really bad if the positive and negative are treated differently</a:t>
            </a:r>
          </a:p>
          <a:p>
            <a:pPr>
              <a:buFont typeface="Arial" panose="020B0604020202020204" pitchFamily="34" charset="0"/>
              <a:buChar char="•"/>
              <a:defRPr/>
            </a:pPr>
            <a:r>
              <a:rPr lang="en-US" dirty="0"/>
              <a:t>Looking for drivers of diabetes: how do you assemble the training data?</a:t>
            </a:r>
          </a:p>
          <a:p>
            <a:pPr>
              <a:buFont typeface="Arial" panose="020B0604020202020204" pitchFamily="34" charset="0"/>
              <a:buChar char="•"/>
              <a:defRPr/>
            </a:pPr>
            <a:endParaRPr lang="en-US" dirty="0"/>
          </a:p>
          <a:p>
            <a:pPr>
              <a:buFont typeface="Arial" panose="020B0604020202020204" pitchFamily="34" charset="0"/>
              <a:buChar char="•"/>
              <a:defRPr/>
            </a:pPr>
            <a:r>
              <a:rPr lang="en-US" dirty="0"/>
              <a:t>Bad:</a:t>
            </a:r>
          </a:p>
          <a:p>
            <a:pPr lvl="2">
              <a:defRPr/>
            </a:pPr>
            <a:r>
              <a:rPr lang="en-US" sz="1800" dirty="0"/>
              <a:t>Go to a specialized hospital and get records from people treated for diabetes</a:t>
            </a:r>
          </a:p>
          <a:p>
            <a:pPr lvl="2">
              <a:defRPr/>
            </a:pPr>
            <a:r>
              <a:rPr lang="en-US" sz="1800" dirty="0"/>
              <a:t>Go somewhere else to get records for healthy people</a:t>
            </a:r>
          </a:p>
        </p:txBody>
      </p:sp>
    </p:spTree>
    <p:extLst>
      <p:ext uri="{BB962C8B-B14F-4D97-AF65-F5344CB8AC3E}">
        <p14:creationId xmlns:p14="http://schemas.microsoft.com/office/powerpoint/2010/main" val="1345375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613" y="361950"/>
            <a:ext cx="8296501" cy="1158092"/>
          </a:xfrm>
        </p:spPr>
        <p:txBody>
          <a:bodyPr>
            <a:normAutofit fontScale="90000"/>
          </a:bodyPr>
          <a:lstStyle/>
          <a:p>
            <a:pPr algn="l">
              <a:defRPr/>
            </a:pPr>
            <a:r>
              <a:rPr lang="en-US" dirty="0"/>
              <a:t>Digression on features: It is all about the timing in use!</a:t>
            </a:r>
          </a:p>
        </p:txBody>
      </p:sp>
      <p:cxnSp>
        <p:nvCxnSpPr>
          <p:cNvPr id="27652" name="Straight Arrow Connector 5"/>
          <p:cNvCxnSpPr>
            <a:cxnSpLocks noChangeShapeType="1"/>
          </p:cNvCxnSpPr>
          <p:nvPr/>
        </p:nvCxnSpPr>
        <p:spPr bwMode="auto">
          <a:xfrm flipV="1">
            <a:off x="421575" y="2434442"/>
            <a:ext cx="7950531" cy="395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7653" name="TextBox 6"/>
          <p:cNvSpPr txBox="1">
            <a:spLocks noChangeArrowheads="1"/>
          </p:cNvSpPr>
          <p:nvPr/>
        </p:nvSpPr>
        <p:spPr bwMode="auto">
          <a:xfrm>
            <a:off x="6248400" y="2971800"/>
            <a:ext cx="14323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i="1">
                <a:solidFill>
                  <a:schemeClr val="tx1"/>
                </a:solidFill>
                <a:latin typeface="Arial" pitchFamily="34" charset="0"/>
              </a:defRPr>
            </a:lvl1pPr>
            <a:lvl2pPr marL="742950" indent="-285750">
              <a:defRPr i="1">
                <a:solidFill>
                  <a:schemeClr val="tx1"/>
                </a:solidFill>
                <a:latin typeface="Arial" pitchFamily="34" charset="0"/>
              </a:defRPr>
            </a:lvl2pPr>
            <a:lvl3pPr marL="1143000" indent="-228600">
              <a:defRPr i="1">
                <a:solidFill>
                  <a:schemeClr val="tx1"/>
                </a:solidFill>
                <a:latin typeface="Arial" pitchFamily="34" charset="0"/>
              </a:defRPr>
            </a:lvl3pPr>
            <a:lvl4pPr marL="1600200" indent="-228600">
              <a:defRPr i="1">
                <a:solidFill>
                  <a:schemeClr val="tx1"/>
                </a:solidFill>
                <a:latin typeface="Arial" pitchFamily="34" charset="0"/>
              </a:defRPr>
            </a:lvl4pPr>
            <a:lvl5pPr marL="2057400" indent="-228600">
              <a:defRPr i="1">
                <a:solidFill>
                  <a:schemeClr val="tx1"/>
                </a:solidFill>
                <a:latin typeface="Arial" pitchFamily="34" charset="0"/>
              </a:defRPr>
            </a:lvl5pPr>
            <a:lvl6pPr marL="2514600" indent="-228600" algn="r" eaLnBrk="0" fontAlgn="base" hangingPunct="0">
              <a:spcBef>
                <a:spcPct val="0"/>
              </a:spcBef>
              <a:spcAft>
                <a:spcPct val="0"/>
              </a:spcAft>
              <a:defRPr i="1">
                <a:solidFill>
                  <a:schemeClr val="tx1"/>
                </a:solidFill>
                <a:latin typeface="Arial" pitchFamily="34" charset="0"/>
              </a:defRPr>
            </a:lvl6pPr>
            <a:lvl7pPr marL="2971800" indent="-228600" algn="r" eaLnBrk="0" fontAlgn="base" hangingPunct="0">
              <a:spcBef>
                <a:spcPct val="0"/>
              </a:spcBef>
              <a:spcAft>
                <a:spcPct val="0"/>
              </a:spcAft>
              <a:defRPr i="1">
                <a:solidFill>
                  <a:schemeClr val="tx1"/>
                </a:solidFill>
                <a:latin typeface="Arial" pitchFamily="34" charset="0"/>
              </a:defRPr>
            </a:lvl7pPr>
            <a:lvl8pPr marL="3429000" indent="-228600" algn="r" eaLnBrk="0" fontAlgn="base" hangingPunct="0">
              <a:spcBef>
                <a:spcPct val="0"/>
              </a:spcBef>
              <a:spcAft>
                <a:spcPct val="0"/>
              </a:spcAft>
              <a:defRPr i="1">
                <a:solidFill>
                  <a:schemeClr val="tx1"/>
                </a:solidFill>
                <a:latin typeface="Arial" pitchFamily="34" charset="0"/>
              </a:defRPr>
            </a:lvl8pPr>
            <a:lvl9pPr marL="3886200" indent="-228600" algn="r" eaLnBrk="0" fontAlgn="base" hangingPunct="0">
              <a:spcBef>
                <a:spcPct val="0"/>
              </a:spcBef>
              <a:spcAft>
                <a:spcPct val="0"/>
              </a:spcAft>
              <a:defRPr i="1">
                <a:solidFill>
                  <a:schemeClr val="tx1"/>
                </a:solidFill>
                <a:latin typeface="Arial" pitchFamily="34" charset="0"/>
              </a:defRPr>
            </a:lvl9pPr>
          </a:lstStyle>
          <a:p>
            <a:r>
              <a:rPr lang="en-US" dirty="0" err="1"/>
              <a:t>T</a:t>
            </a:r>
            <a:r>
              <a:rPr lang="en-US" baseline="-25000" dirty="0" err="1"/>
              <a:t>t</a:t>
            </a:r>
            <a:r>
              <a:rPr lang="en-US" baseline="-25000" dirty="0"/>
              <a:t> </a:t>
            </a:r>
            <a:r>
              <a:rPr lang="en-US" i="0" dirty="0"/>
              <a:t>Target is known</a:t>
            </a:r>
            <a:endParaRPr lang="en-US" dirty="0"/>
          </a:p>
        </p:txBody>
      </p:sp>
      <p:cxnSp>
        <p:nvCxnSpPr>
          <p:cNvPr id="27654" name="Straight Arrow Connector 8"/>
          <p:cNvCxnSpPr>
            <a:cxnSpLocks noChangeShapeType="1"/>
          </p:cNvCxnSpPr>
          <p:nvPr/>
        </p:nvCxnSpPr>
        <p:spPr bwMode="auto">
          <a:xfrm>
            <a:off x="6400800" y="2438400"/>
            <a:ext cx="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655" name="Straight Arrow Connector 9"/>
          <p:cNvCxnSpPr>
            <a:cxnSpLocks noChangeShapeType="1"/>
          </p:cNvCxnSpPr>
          <p:nvPr/>
        </p:nvCxnSpPr>
        <p:spPr bwMode="auto">
          <a:xfrm>
            <a:off x="3048000" y="2438400"/>
            <a:ext cx="0" cy="457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7656" name="TextBox 10"/>
          <p:cNvSpPr txBox="1">
            <a:spLocks noChangeArrowheads="1"/>
          </p:cNvSpPr>
          <p:nvPr/>
        </p:nvSpPr>
        <p:spPr bwMode="auto">
          <a:xfrm>
            <a:off x="2722563" y="2971800"/>
            <a:ext cx="21114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i="1">
                <a:solidFill>
                  <a:schemeClr val="tx1"/>
                </a:solidFill>
                <a:latin typeface="Arial" pitchFamily="34" charset="0"/>
              </a:defRPr>
            </a:lvl1pPr>
            <a:lvl2pPr marL="742950" indent="-285750">
              <a:defRPr i="1">
                <a:solidFill>
                  <a:schemeClr val="tx1"/>
                </a:solidFill>
                <a:latin typeface="Arial" pitchFamily="34" charset="0"/>
              </a:defRPr>
            </a:lvl2pPr>
            <a:lvl3pPr marL="1143000" indent="-228600">
              <a:defRPr i="1">
                <a:solidFill>
                  <a:schemeClr val="tx1"/>
                </a:solidFill>
                <a:latin typeface="Arial" pitchFamily="34" charset="0"/>
              </a:defRPr>
            </a:lvl3pPr>
            <a:lvl4pPr marL="1600200" indent="-228600">
              <a:defRPr i="1">
                <a:solidFill>
                  <a:schemeClr val="tx1"/>
                </a:solidFill>
                <a:latin typeface="Arial" pitchFamily="34" charset="0"/>
              </a:defRPr>
            </a:lvl4pPr>
            <a:lvl5pPr marL="2057400" indent="-228600">
              <a:defRPr i="1">
                <a:solidFill>
                  <a:schemeClr val="tx1"/>
                </a:solidFill>
                <a:latin typeface="Arial" pitchFamily="34" charset="0"/>
              </a:defRPr>
            </a:lvl5pPr>
            <a:lvl6pPr marL="2514600" indent="-228600" algn="r" eaLnBrk="0" fontAlgn="base" hangingPunct="0">
              <a:spcBef>
                <a:spcPct val="0"/>
              </a:spcBef>
              <a:spcAft>
                <a:spcPct val="0"/>
              </a:spcAft>
              <a:defRPr i="1">
                <a:solidFill>
                  <a:schemeClr val="tx1"/>
                </a:solidFill>
                <a:latin typeface="Arial" pitchFamily="34" charset="0"/>
              </a:defRPr>
            </a:lvl6pPr>
            <a:lvl7pPr marL="2971800" indent="-228600" algn="r" eaLnBrk="0" fontAlgn="base" hangingPunct="0">
              <a:spcBef>
                <a:spcPct val="0"/>
              </a:spcBef>
              <a:spcAft>
                <a:spcPct val="0"/>
              </a:spcAft>
              <a:defRPr i="1">
                <a:solidFill>
                  <a:schemeClr val="tx1"/>
                </a:solidFill>
                <a:latin typeface="Arial" pitchFamily="34" charset="0"/>
              </a:defRPr>
            </a:lvl7pPr>
            <a:lvl8pPr marL="3429000" indent="-228600" algn="r" eaLnBrk="0" fontAlgn="base" hangingPunct="0">
              <a:spcBef>
                <a:spcPct val="0"/>
              </a:spcBef>
              <a:spcAft>
                <a:spcPct val="0"/>
              </a:spcAft>
              <a:defRPr i="1">
                <a:solidFill>
                  <a:schemeClr val="tx1"/>
                </a:solidFill>
                <a:latin typeface="Arial" pitchFamily="34" charset="0"/>
              </a:defRPr>
            </a:lvl8pPr>
            <a:lvl9pPr marL="3886200" indent="-228600" algn="r" eaLnBrk="0" fontAlgn="base" hangingPunct="0">
              <a:spcBef>
                <a:spcPct val="0"/>
              </a:spcBef>
              <a:spcAft>
                <a:spcPct val="0"/>
              </a:spcAft>
              <a:defRPr i="1">
                <a:solidFill>
                  <a:schemeClr val="tx1"/>
                </a:solidFill>
                <a:latin typeface="Arial" pitchFamily="34" charset="0"/>
              </a:defRPr>
            </a:lvl9pPr>
          </a:lstStyle>
          <a:p>
            <a:r>
              <a:rPr lang="en-US" dirty="0"/>
              <a:t>T</a:t>
            </a:r>
            <a:r>
              <a:rPr lang="en-US" baseline="-25000" dirty="0"/>
              <a:t>d </a:t>
            </a:r>
            <a:r>
              <a:rPr lang="en-US" i="0" dirty="0"/>
              <a:t>Decision has to be made</a:t>
            </a:r>
            <a:endParaRPr lang="en-US" dirty="0"/>
          </a:p>
        </p:txBody>
      </p:sp>
      <p:sp>
        <p:nvSpPr>
          <p:cNvPr id="26633" name="Rectangle 11"/>
          <p:cNvSpPr>
            <a:spLocks noChangeArrowheads="1"/>
          </p:cNvSpPr>
          <p:nvPr/>
        </p:nvSpPr>
        <p:spPr bwMode="auto">
          <a:xfrm>
            <a:off x="533400" y="2057400"/>
            <a:ext cx="2514600" cy="381000"/>
          </a:xfrm>
          <a:prstGeom prst="rect">
            <a:avLst/>
          </a:prstGeom>
          <a:solidFill>
            <a:srgbClr val="00B050"/>
          </a:solidFill>
          <a:ln w="9525" algn="ctr">
            <a:solidFill>
              <a:schemeClr val="tx1"/>
            </a:solidFill>
            <a:round/>
            <a:headEnd/>
            <a:tailEnd/>
          </a:ln>
        </p:spPr>
        <p:txBody>
          <a:bodyPr/>
          <a:lstStyle/>
          <a:p>
            <a:endParaRPr lang="en-US"/>
          </a:p>
        </p:txBody>
      </p:sp>
      <p:sp>
        <p:nvSpPr>
          <p:cNvPr id="26634" name="Rectangle 13"/>
          <p:cNvSpPr>
            <a:spLocks noChangeArrowheads="1"/>
          </p:cNvSpPr>
          <p:nvPr/>
        </p:nvSpPr>
        <p:spPr bwMode="auto">
          <a:xfrm>
            <a:off x="3048000" y="2057400"/>
            <a:ext cx="5105400" cy="381000"/>
          </a:xfrm>
          <a:prstGeom prst="rect">
            <a:avLst/>
          </a:prstGeom>
          <a:gradFill flip="none" rotWithShape="1">
            <a:gsLst>
              <a:gs pos="0">
                <a:schemeClr val="accent1">
                  <a:lumMod val="5000"/>
                  <a:lumOff val="95000"/>
                </a:schemeClr>
              </a:gs>
              <a:gs pos="100000">
                <a:srgbClr val="FF0000"/>
              </a:gs>
              <a:gs pos="15000">
                <a:schemeClr val="accent1">
                  <a:lumMod val="45000"/>
                  <a:lumOff val="55000"/>
                </a:schemeClr>
              </a:gs>
              <a:gs pos="100000">
                <a:schemeClr val="accent1">
                  <a:lumMod val="30000"/>
                  <a:lumOff val="70000"/>
                </a:schemeClr>
              </a:gs>
            </a:gsLst>
            <a:lin ang="0" scaled="1"/>
            <a:tileRect/>
          </a:gradFill>
          <a:ln w="9525" algn="ctr">
            <a:solidFill>
              <a:schemeClr val="tx1"/>
            </a:solidFill>
            <a:round/>
            <a:headEnd/>
            <a:tailEnd/>
          </a:ln>
        </p:spPr>
        <p:txBody>
          <a:bodyPr/>
          <a:lstStyle/>
          <a:p>
            <a:endParaRPr lang="en-US"/>
          </a:p>
        </p:txBody>
      </p:sp>
      <p:cxnSp>
        <p:nvCxnSpPr>
          <p:cNvPr id="26635" name="Straight Arrow Connector 14"/>
          <p:cNvCxnSpPr>
            <a:cxnSpLocks noChangeShapeType="1"/>
          </p:cNvCxnSpPr>
          <p:nvPr/>
        </p:nvCxnSpPr>
        <p:spPr bwMode="auto">
          <a:xfrm>
            <a:off x="1676400" y="2438400"/>
            <a:ext cx="0" cy="2438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6636" name="TextBox 16"/>
          <p:cNvSpPr txBox="1">
            <a:spLocks noChangeArrowheads="1"/>
          </p:cNvSpPr>
          <p:nvPr/>
        </p:nvSpPr>
        <p:spPr bwMode="auto">
          <a:xfrm>
            <a:off x="1066800" y="5181600"/>
            <a:ext cx="1400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i="1">
                <a:solidFill>
                  <a:schemeClr val="tx1"/>
                </a:solidFill>
                <a:latin typeface="Arial" pitchFamily="34" charset="0"/>
              </a:defRPr>
            </a:lvl1pPr>
            <a:lvl2pPr marL="742950" indent="-285750">
              <a:defRPr i="1">
                <a:solidFill>
                  <a:schemeClr val="tx1"/>
                </a:solidFill>
                <a:latin typeface="Arial" pitchFamily="34" charset="0"/>
              </a:defRPr>
            </a:lvl2pPr>
            <a:lvl3pPr marL="1143000" indent="-228600">
              <a:defRPr i="1">
                <a:solidFill>
                  <a:schemeClr val="tx1"/>
                </a:solidFill>
                <a:latin typeface="Arial" pitchFamily="34" charset="0"/>
              </a:defRPr>
            </a:lvl3pPr>
            <a:lvl4pPr marL="1600200" indent="-228600">
              <a:defRPr i="1">
                <a:solidFill>
                  <a:schemeClr val="tx1"/>
                </a:solidFill>
                <a:latin typeface="Arial" pitchFamily="34" charset="0"/>
              </a:defRPr>
            </a:lvl4pPr>
            <a:lvl5pPr marL="2057400" indent="-228600">
              <a:defRPr i="1">
                <a:solidFill>
                  <a:schemeClr val="tx1"/>
                </a:solidFill>
                <a:latin typeface="Arial" pitchFamily="34" charset="0"/>
              </a:defRPr>
            </a:lvl5pPr>
            <a:lvl6pPr marL="2514600" indent="-228600" algn="r" eaLnBrk="0" fontAlgn="base" hangingPunct="0">
              <a:spcBef>
                <a:spcPct val="0"/>
              </a:spcBef>
              <a:spcAft>
                <a:spcPct val="0"/>
              </a:spcAft>
              <a:defRPr i="1">
                <a:solidFill>
                  <a:schemeClr val="tx1"/>
                </a:solidFill>
                <a:latin typeface="Arial" pitchFamily="34" charset="0"/>
              </a:defRPr>
            </a:lvl6pPr>
            <a:lvl7pPr marL="2971800" indent="-228600" algn="r" eaLnBrk="0" fontAlgn="base" hangingPunct="0">
              <a:spcBef>
                <a:spcPct val="0"/>
              </a:spcBef>
              <a:spcAft>
                <a:spcPct val="0"/>
              </a:spcAft>
              <a:defRPr i="1">
                <a:solidFill>
                  <a:schemeClr val="tx1"/>
                </a:solidFill>
                <a:latin typeface="Arial" pitchFamily="34" charset="0"/>
              </a:defRPr>
            </a:lvl7pPr>
            <a:lvl8pPr marL="3429000" indent="-228600" algn="r" eaLnBrk="0" fontAlgn="base" hangingPunct="0">
              <a:spcBef>
                <a:spcPct val="0"/>
              </a:spcBef>
              <a:spcAft>
                <a:spcPct val="0"/>
              </a:spcAft>
              <a:defRPr i="1">
                <a:solidFill>
                  <a:schemeClr val="tx1"/>
                </a:solidFill>
                <a:latin typeface="Arial" pitchFamily="34" charset="0"/>
              </a:defRPr>
            </a:lvl8pPr>
            <a:lvl9pPr marL="3886200" indent="-228600" algn="r" eaLnBrk="0" fontAlgn="base" hangingPunct="0">
              <a:spcBef>
                <a:spcPct val="0"/>
              </a:spcBef>
              <a:spcAft>
                <a:spcPct val="0"/>
              </a:spcAft>
              <a:defRPr i="1">
                <a:solidFill>
                  <a:schemeClr val="tx1"/>
                </a:solidFill>
                <a:latin typeface="Arial" pitchFamily="34" charset="0"/>
              </a:defRPr>
            </a:lvl9pPr>
          </a:lstStyle>
          <a:p>
            <a:r>
              <a:rPr lang="en-US" sz="2400"/>
              <a:t>Features</a:t>
            </a:r>
          </a:p>
        </p:txBody>
      </p:sp>
      <p:cxnSp>
        <p:nvCxnSpPr>
          <p:cNvPr id="26637" name="Straight Arrow Connector 17"/>
          <p:cNvCxnSpPr>
            <a:cxnSpLocks noChangeShapeType="1"/>
          </p:cNvCxnSpPr>
          <p:nvPr/>
        </p:nvCxnSpPr>
        <p:spPr bwMode="auto">
          <a:xfrm>
            <a:off x="4114800" y="2286000"/>
            <a:ext cx="0" cy="2590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6638" name="TextBox 19"/>
          <p:cNvSpPr txBox="1">
            <a:spLocks noChangeArrowheads="1"/>
          </p:cNvSpPr>
          <p:nvPr/>
        </p:nvSpPr>
        <p:spPr bwMode="auto">
          <a:xfrm>
            <a:off x="3429000" y="5105400"/>
            <a:ext cx="1368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i="1">
                <a:solidFill>
                  <a:schemeClr val="tx1"/>
                </a:solidFill>
                <a:latin typeface="Arial" pitchFamily="34" charset="0"/>
              </a:defRPr>
            </a:lvl1pPr>
            <a:lvl2pPr marL="742950" indent="-285750">
              <a:defRPr i="1">
                <a:solidFill>
                  <a:schemeClr val="tx1"/>
                </a:solidFill>
                <a:latin typeface="Arial" pitchFamily="34" charset="0"/>
              </a:defRPr>
            </a:lvl2pPr>
            <a:lvl3pPr marL="1143000" indent="-228600">
              <a:defRPr i="1">
                <a:solidFill>
                  <a:schemeClr val="tx1"/>
                </a:solidFill>
                <a:latin typeface="Arial" pitchFamily="34" charset="0"/>
              </a:defRPr>
            </a:lvl3pPr>
            <a:lvl4pPr marL="1600200" indent="-228600">
              <a:defRPr i="1">
                <a:solidFill>
                  <a:schemeClr val="tx1"/>
                </a:solidFill>
                <a:latin typeface="Arial" pitchFamily="34" charset="0"/>
              </a:defRPr>
            </a:lvl4pPr>
            <a:lvl5pPr marL="2057400" indent="-228600">
              <a:defRPr i="1">
                <a:solidFill>
                  <a:schemeClr val="tx1"/>
                </a:solidFill>
                <a:latin typeface="Arial" pitchFamily="34" charset="0"/>
              </a:defRPr>
            </a:lvl5pPr>
            <a:lvl6pPr marL="2514600" indent="-228600" algn="r" eaLnBrk="0" fontAlgn="base" hangingPunct="0">
              <a:spcBef>
                <a:spcPct val="0"/>
              </a:spcBef>
              <a:spcAft>
                <a:spcPct val="0"/>
              </a:spcAft>
              <a:defRPr i="1">
                <a:solidFill>
                  <a:schemeClr val="tx1"/>
                </a:solidFill>
                <a:latin typeface="Arial" pitchFamily="34" charset="0"/>
              </a:defRPr>
            </a:lvl6pPr>
            <a:lvl7pPr marL="2971800" indent="-228600" algn="r" eaLnBrk="0" fontAlgn="base" hangingPunct="0">
              <a:spcBef>
                <a:spcPct val="0"/>
              </a:spcBef>
              <a:spcAft>
                <a:spcPct val="0"/>
              </a:spcAft>
              <a:defRPr i="1">
                <a:solidFill>
                  <a:schemeClr val="tx1"/>
                </a:solidFill>
                <a:latin typeface="Arial" pitchFamily="34" charset="0"/>
              </a:defRPr>
            </a:lvl7pPr>
            <a:lvl8pPr marL="3429000" indent="-228600" algn="r" eaLnBrk="0" fontAlgn="base" hangingPunct="0">
              <a:spcBef>
                <a:spcPct val="0"/>
              </a:spcBef>
              <a:spcAft>
                <a:spcPct val="0"/>
              </a:spcAft>
              <a:defRPr i="1">
                <a:solidFill>
                  <a:schemeClr val="tx1"/>
                </a:solidFill>
                <a:latin typeface="Arial" pitchFamily="34" charset="0"/>
              </a:defRPr>
            </a:lvl8pPr>
            <a:lvl9pPr marL="3886200" indent="-228600" algn="r" eaLnBrk="0" fontAlgn="base" hangingPunct="0">
              <a:spcBef>
                <a:spcPct val="0"/>
              </a:spcBef>
              <a:spcAft>
                <a:spcPct val="0"/>
              </a:spcAft>
              <a:defRPr i="1">
                <a:solidFill>
                  <a:schemeClr val="tx1"/>
                </a:solidFill>
                <a:latin typeface="Arial" pitchFamily="34" charset="0"/>
              </a:defRPr>
            </a:lvl9pPr>
          </a:lstStyle>
          <a:p>
            <a:r>
              <a:rPr lang="en-US" sz="2400">
                <a:solidFill>
                  <a:srgbClr val="FF0000"/>
                </a:solidFill>
              </a:rPr>
              <a:t>Leakage</a:t>
            </a:r>
          </a:p>
        </p:txBody>
      </p:sp>
      <p:sp>
        <p:nvSpPr>
          <p:cNvPr id="14" name="Rectangle 11"/>
          <p:cNvSpPr>
            <a:spLocks noChangeArrowheads="1"/>
          </p:cNvSpPr>
          <p:nvPr/>
        </p:nvSpPr>
        <p:spPr bwMode="auto">
          <a:xfrm>
            <a:off x="533398" y="2061358"/>
            <a:ext cx="4800601" cy="381000"/>
          </a:xfrm>
          <a:prstGeom prst="rect">
            <a:avLst/>
          </a:prstGeom>
          <a:noFill/>
          <a:ln w="9525" algn="ctr">
            <a:solidFill>
              <a:schemeClr val="tx1"/>
            </a:solidFill>
            <a:round/>
            <a:headEnd/>
            <a:tailEnd/>
          </a:ln>
        </p:spPr>
        <p:txBody>
          <a:bodyPr/>
          <a:lstStyle/>
          <a:p>
            <a:endParaRPr lang="en-US"/>
          </a:p>
        </p:txBody>
      </p:sp>
      <p:sp>
        <p:nvSpPr>
          <p:cNvPr id="3" name="Double Brace 2"/>
          <p:cNvSpPr/>
          <p:nvPr/>
        </p:nvSpPr>
        <p:spPr>
          <a:xfrm>
            <a:off x="533400" y="1828800"/>
            <a:ext cx="4800600" cy="228600"/>
          </a:xfrm>
          <a:prstGeom prst="bracePair">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 name="TextBox 3"/>
          <p:cNvSpPr txBox="1"/>
          <p:nvPr/>
        </p:nvSpPr>
        <p:spPr>
          <a:xfrm>
            <a:off x="2153407" y="1684110"/>
            <a:ext cx="1561133" cy="369332"/>
          </a:xfrm>
          <a:prstGeom prst="rect">
            <a:avLst/>
          </a:prstGeom>
          <a:noFill/>
        </p:spPr>
        <p:txBody>
          <a:bodyPr wrap="none" rtlCol="0">
            <a:spAutoFit/>
          </a:bodyPr>
          <a:lstStyle/>
          <a:p>
            <a:r>
              <a:rPr lang="en-US">
                <a:latin typeface="Arial" pitchFamily="34" charset="0"/>
                <a:cs typeface="Arial" pitchFamily="34" charset="0"/>
              </a:rPr>
              <a:t>Training Data</a:t>
            </a:r>
            <a:endParaRPr lang="en-US" dirty="0">
              <a:latin typeface="Arial" pitchFamily="34" charset="0"/>
              <a:cs typeface="Arial" pitchFamily="34" charset="0"/>
            </a:endParaRPr>
          </a:p>
        </p:txBody>
      </p:sp>
    </p:spTree>
    <p:extLst>
      <p:ext uri="{BB962C8B-B14F-4D97-AF65-F5344CB8AC3E}">
        <p14:creationId xmlns:p14="http://schemas.microsoft.com/office/powerpoint/2010/main" val="10300879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on bad habits</a:t>
            </a:r>
          </a:p>
        </p:txBody>
      </p:sp>
      <p:sp>
        <p:nvSpPr>
          <p:cNvPr id="3" name="Content Placeholder 2"/>
          <p:cNvSpPr>
            <a:spLocks noGrp="1"/>
          </p:cNvSpPr>
          <p:nvPr>
            <p:ph idx="1"/>
          </p:nvPr>
        </p:nvSpPr>
        <p:spPr/>
        <p:txBody>
          <a:bodyPr>
            <a:normAutofit fontScale="92500" lnSpcReduction="10000"/>
          </a:bodyPr>
          <a:lstStyle/>
          <a:p>
            <a:pPr>
              <a:buFont typeface="Arial" panose="020B0604020202020204" pitchFamily="34" charset="0"/>
              <a:buChar char="•"/>
              <a:defRPr/>
            </a:pPr>
            <a:r>
              <a:rPr lang="en-US" dirty="0"/>
              <a:t>You are missing all the applications that were turned down already</a:t>
            </a:r>
          </a:p>
          <a:p>
            <a:pPr>
              <a:buFont typeface="Arial" panose="020B0604020202020204" pitchFamily="34" charset="0"/>
              <a:buChar char="•"/>
              <a:defRPr/>
            </a:pPr>
            <a:r>
              <a:rPr lang="en-US" dirty="0"/>
              <a:t>The sick people came from a very artificial subset</a:t>
            </a:r>
          </a:p>
          <a:p>
            <a:pPr>
              <a:buFont typeface="Arial" panose="020B0604020202020204" pitchFamily="34" charset="0"/>
              <a:buChar char="•"/>
              <a:defRPr/>
            </a:pPr>
            <a:r>
              <a:rPr lang="en-US" dirty="0"/>
              <a:t>Your target is NOT really your target</a:t>
            </a:r>
          </a:p>
          <a:p>
            <a:pPr>
              <a:buFont typeface="Arial" panose="020B0604020202020204" pitchFamily="34" charset="0"/>
              <a:buChar char="•"/>
              <a:defRPr/>
            </a:pPr>
            <a:r>
              <a:rPr lang="en-US" dirty="0"/>
              <a:t>No way of telling how the model will perform</a:t>
            </a:r>
          </a:p>
          <a:p>
            <a:pPr marL="0" indent="0">
              <a:buNone/>
              <a:defRPr/>
            </a:pPr>
            <a:endParaRPr lang="en-US" dirty="0"/>
          </a:p>
          <a:p>
            <a:pPr lvl="2">
              <a:defRPr/>
            </a:pPr>
            <a:r>
              <a:rPr lang="en-US" dirty="0"/>
              <a:t>No way of testing either</a:t>
            </a:r>
          </a:p>
          <a:p>
            <a:pPr marL="457200" lvl="1" indent="0">
              <a:buNone/>
              <a:defRPr/>
            </a:pPr>
            <a:endParaRPr lang="en-US" dirty="0"/>
          </a:p>
          <a:p>
            <a:pPr>
              <a:defRPr/>
            </a:pPr>
            <a:r>
              <a:rPr lang="en-US" dirty="0">
                <a:solidFill>
                  <a:srgbClr val="671E97"/>
                </a:solidFill>
              </a:rPr>
              <a:t>Information Leak</a:t>
            </a:r>
          </a:p>
          <a:p>
            <a:pPr>
              <a:defRPr/>
            </a:pPr>
            <a:r>
              <a:rPr lang="en-US" dirty="0">
                <a:solidFill>
                  <a:srgbClr val="671E97"/>
                </a:solidFill>
              </a:rPr>
              <a:t>The training sample should be as similar as possible to the USE data</a:t>
            </a:r>
          </a:p>
          <a:p>
            <a:pPr>
              <a:defRPr/>
            </a:pPr>
            <a:endParaRPr lang="en-US" dirty="0">
              <a:solidFill>
                <a:srgbClr val="671E97"/>
              </a:solidFill>
            </a:endParaRPr>
          </a:p>
        </p:txBody>
      </p:sp>
    </p:spTree>
    <p:extLst>
      <p:ext uri="{BB962C8B-B14F-4D97-AF65-F5344CB8AC3E}">
        <p14:creationId xmlns:p14="http://schemas.microsoft.com/office/powerpoint/2010/main" val="167104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3888" y="1709739"/>
            <a:ext cx="3095496" cy="2852737"/>
          </a:xfrm>
        </p:spPr>
        <p:txBody>
          <a:bodyPr>
            <a:normAutofit/>
          </a:bodyPr>
          <a:lstStyle/>
          <a:p>
            <a:r>
              <a:rPr lang="en-US" dirty="0"/>
              <a:t>Thank you </a:t>
            </a:r>
            <a:br>
              <a:rPr lang="en-US" dirty="0"/>
            </a:br>
            <a:endParaRPr lang="en-US" dirty="0"/>
          </a:p>
        </p:txBody>
      </p:sp>
      <p:pic>
        <p:nvPicPr>
          <p:cNvPr id="2" name="Picture 1">
            <a:extLst>
              <a:ext uri="{FF2B5EF4-FFF2-40B4-BE49-F238E27FC236}">
                <a16:creationId xmlns:a16="http://schemas.microsoft.com/office/drawing/2014/main" id="{762C16F7-C5E5-6D0F-16CE-459C2C208174}"/>
              </a:ext>
            </a:extLst>
          </p:cNvPr>
          <p:cNvPicPr>
            <a:picLocks noChangeAspect="1"/>
          </p:cNvPicPr>
          <p:nvPr/>
        </p:nvPicPr>
        <p:blipFill>
          <a:blip r:embed="rId3"/>
          <a:stretch>
            <a:fillRect/>
          </a:stretch>
        </p:blipFill>
        <p:spPr>
          <a:xfrm>
            <a:off x="5604933" y="353769"/>
            <a:ext cx="3837605" cy="3837605"/>
          </a:xfrm>
          <a:prstGeom prst="rect">
            <a:avLst/>
          </a:prstGeom>
        </p:spPr>
      </p:pic>
      <p:sp>
        <p:nvSpPr>
          <p:cNvPr id="6" name="TextBox 5">
            <a:extLst>
              <a:ext uri="{FF2B5EF4-FFF2-40B4-BE49-F238E27FC236}">
                <a16:creationId xmlns:a16="http://schemas.microsoft.com/office/drawing/2014/main" id="{19565859-1E64-1AEB-D565-D0DD548C3748}"/>
              </a:ext>
            </a:extLst>
          </p:cNvPr>
          <p:cNvSpPr txBox="1"/>
          <p:nvPr/>
        </p:nvSpPr>
        <p:spPr>
          <a:xfrm>
            <a:off x="420687" y="5139783"/>
            <a:ext cx="7562681" cy="923330"/>
          </a:xfrm>
          <a:prstGeom prst="rect">
            <a:avLst/>
          </a:prstGeom>
          <a:noFill/>
        </p:spPr>
        <p:txBody>
          <a:bodyPr wrap="square">
            <a:spAutoFit/>
          </a:bodyPr>
          <a:lstStyle/>
          <a:p>
            <a:r>
              <a:rPr lang="en-US" dirty="0">
                <a:hlinkClick r:id="rId4"/>
              </a:rPr>
              <a:t>https://docs.google.com/forms/d/e/1FAIpQLSfVanMSRe5ej1abngIQlN9LvSQmu1iiII1s9qM2Dvj4Hq6p5Q/viewform</a:t>
            </a:r>
            <a:endParaRPr lang="en-US" dirty="0"/>
          </a:p>
          <a:p>
            <a:endParaRPr lang="en-US" dirty="0"/>
          </a:p>
        </p:txBody>
      </p:sp>
    </p:spTree>
    <p:extLst>
      <p:ext uri="{BB962C8B-B14F-4D97-AF65-F5344CB8AC3E}">
        <p14:creationId xmlns:p14="http://schemas.microsoft.com/office/powerpoint/2010/main" val="7564228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nrise.potx" id="{D8A32ADA-880D-4B77-8DE3-D224BC9E01DC}" vid="{0E8E0AD2-D987-4A5A-BBF5-3EA2914C8C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sunrise</Template>
  <TotalTime>2111</TotalTime>
  <Words>2357</Words>
  <Application>Microsoft Office PowerPoint</Application>
  <PresentationFormat>On-screen Show (4:3)</PresentationFormat>
  <Paragraphs>319</Paragraphs>
  <Slides>44</Slides>
  <Notes>41</Notes>
  <HiddenSlides>1</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Introduction Machine Learning and AI</vt:lpstr>
      <vt:lpstr>Value-added in predictive science analysis</vt:lpstr>
      <vt:lpstr>Data Mining and Machine Learning</vt:lpstr>
      <vt:lpstr>PowerPoint Presentation</vt:lpstr>
      <vt:lpstr>Machine Learning is a process</vt:lpstr>
      <vt:lpstr>Data Opportunities</vt:lpstr>
      <vt:lpstr>Data Mining/Machine Learning Process</vt:lpstr>
      <vt:lpstr>From Data Mining to Machine Learning</vt:lpstr>
      <vt:lpstr>Different Between Data Mining and Machine Learning</vt:lpstr>
      <vt:lpstr>Machine Learning</vt:lpstr>
      <vt:lpstr>Predicting Whether Customer will purchase Electric Car</vt:lpstr>
      <vt:lpstr>Predicting Electric or ICE Customer</vt:lpstr>
      <vt:lpstr>Terminology</vt:lpstr>
      <vt:lpstr>Terminology</vt:lpstr>
      <vt:lpstr>Terminology</vt:lpstr>
      <vt:lpstr>Feature Types</vt:lpstr>
      <vt:lpstr>Dimensionality of the data?</vt:lpstr>
      <vt:lpstr>Common Data Mining Tasks</vt:lpstr>
      <vt:lpstr>Common Data Mining Tasks</vt:lpstr>
      <vt:lpstr>Common Data Mining Tasks</vt:lpstr>
      <vt:lpstr>Supervised versus Unsupervised Methods</vt:lpstr>
      <vt:lpstr>Supervised Data Mining &amp; Predictive Modeling</vt:lpstr>
      <vt:lpstr>Recap: Supervised Machine Learning</vt:lpstr>
      <vt:lpstr>Subclasses of Supervised Data Mining</vt:lpstr>
      <vt:lpstr>Clustering is a hard problem!</vt:lpstr>
      <vt:lpstr>Dimensionality Reduction</vt:lpstr>
      <vt:lpstr>Supervised Learning</vt:lpstr>
      <vt:lpstr>Classification  (target is a label)</vt:lpstr>
      <vt:lpstr>Support Vector Machine </vt:lpstr>
      <vt:lpstr>Decision Tree Induction: An Example</vt:lpstr>
      <vt:lpstr>Neurons</vt:lpstr>
      <vt:lpstr>Artificial Neuron</vt:lpstr>
      <vt:lpstr>Artificial Neural Networks</vt:lpstr>
      <vt:lpstr>Deep Neural Networks</vt:lpstr>
      <vt:lpstr>Common Data Mining Tasks</vt:lpstr>
      <vt:lpstr>Data Mining Model in Use</vt:lpstr>
      <vt:lpstr>Machine Learning Training versus Use of the Model</vt:lpstr>
      <vt:lpstr>Classical Pitfalls in DM setup</vt:lpstr>
      <vt:lpstr>Sample: “Looking Under the Streetlight”</vt:lpstr>
      <vt:lpstr>Sample: “Survivorship issues”</vt:lpstr>
      <vt:lpstr>Sample: Different Sources</vt:lpstr>
      <vt:lpstr>Digression on features: It is all about the timing in use!</vt:lpstr>
      <vt:lpstr>Summary on bad habits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Mahon</dc:creator>
  <cp:lastModifiedBy>Yu, Dantong</cp:lastModifiedBy>
  <cp:revision>107</cp:revision>
  <dcterms:created xsi:type="dcterms:W3CDTF">2023-03-03T17:01:21Z</dcterms:created>
  <dcterms:modified xsi:type="dcterms:W3CDTF">2026-07-06T19:18:42Z</dcterms:modified>
</cp:coreProperties>
</file>